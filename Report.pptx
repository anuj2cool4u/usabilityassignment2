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5143500" type="screen16x9"/>
  <p:notesSz cx="6858000" cy="9144000"/>
  <p:embeddedFontLst>
    <p:embeddedFont>
      <p:font typeface="Proxima Nova" panose="020B0604020202020204" charset="0"/>
      <p:regular r:id="rId59"/>
      <p:bold r:id="rId60"/>
      <p:italic r:id="rId61"/>
      <p:boldItalic r:id="rId62"/>
    </p:embeddedFont>
    <p:embeddedFont>
      <p:font typeface="Georgia" panose="02040502050405020303" pitchFamily="18" charset="0"/>
      <p:regular r:id="rId63"/>
      <p:bold r:id="rId64"/>
      <p:italic r:id="rId65"/>
      <p:boldItalic r:id="rId66"/>
    </p:embeddedFont>
    <p:embeddedFont>
      <p:font typeface="Muli" panose="020B0604020202020204" charset="0"/>
      <p:regular r:id="rId67"/>
      <p:italic r:id="rId68"/>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D7FAE-528C-4950-83DD-E3323C6C86C2}">
  <a:tblStyle styleId="{B20D7FAE-528C-4950-83DD-E3323C6C86C2}"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7D24C04D-24D3-41AB-91B9-929AF93AA8FF}" styleName="Table_1">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4199B04C-DEA5-4439-8B70-B6443C4A6A9B}" styleName="Table_2">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D5718FE8-FBC4-4B6A-9EAD-5B53EA4A8385}" styleName="Table_3">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E4047E2-FF74-4148-973E-4B9AB3742443}" styleName="Table_4">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76876A1-A8E3-408F-96CA-69E769FDEEF0}" styleName="Table_5">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068EBF60-94FB-4F52-A0D0-523D827D0FDA}" styleName="Table_6"/>
  <a:tblStyle styleId="{6ACF12FE-466B-4CCD-9105-691C917B5FCE}" styleName="Table_7">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7A8FF34A-EA5B-4989-9644-5AD71D2F8E10}" styleName="Table_8">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4A68E3E-3B2F-4ED2-A2A2-BA9DD67DD38D}" styleName="Table_9">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8949C556-EAA2-4293-8E93-2BDEE9136A4D}" styleName="Table_1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9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5.fntdata"/><Relationship Id="rId68"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42024838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7" name="Shape 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45372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3" name="Shape 6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777328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8" name="Shape 7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46676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4" name="Shape 8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47221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0" name="Shape 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851418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783784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1" name="Shape 11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631537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8" name="Shape 11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01628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5" name="Shape 13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251342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3" name="Shape 15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014635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Shape 1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9" name="Shape 15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053613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65" name="Shape 16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243781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71" name="Shape 17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118356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Shape 1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86" name="Shape 18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689802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Shape 1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92" name="Shape 1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62906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07" name="Shape 20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227282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Shape 2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13" name="Shape 21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318274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87221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25" name="Shape 22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185915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Shape 2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31" name="Shape 23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803229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Shape 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37" name="Shape 2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505481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Shape 2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43" name="Shape 24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673736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49" name="Shape 24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91236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Shape 2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21789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1" name="Shape 26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250148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Shape 2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7" name="Shape 26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6353613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73" name="Shape 2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249425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79" name="Shape 27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657974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94" name="Shape 29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064416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Shape 2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0" name="Shape 3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944747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6" name="Shape 30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8981748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Shape 3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2" name="Shape 31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35882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Shape 3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8" name="Shape 31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2161930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24" name="Shape 32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5867593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30" name="Shape 33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3058574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Shape 3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36" name="Shape 33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9659819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Shape 3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2" name="Shape 34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7120887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Shape 3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57" name="Shape 3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8193337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Shape 3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64" name="Shape 36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384810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Shape 3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0" name="Shape 37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4242629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7" name="Shape 37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8403404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83" name="Shape 38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8041374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Shape 3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9867325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Shape 3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96" name="Shape 3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210117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Shape 4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03" name="Shape 40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874188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Shape 4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09" name="Shape 40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6650071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Shape 4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16" name="Shape 4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9332444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Shape 4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22" name="Shape 42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828902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Shape 4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29" name="Shape 42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5754552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Shape 4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35" name="Shape 43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5910484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Shape 4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50" name="Shape 45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5479091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Shape 4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57" name="Shape 4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Clr>
                <a:schemeClr val="dk1"/>
              </a:buClr>
              <a:buSzPct val="100000"/>
              <a:buFont typeface="Arial"/>
              <a:buNone/>
            </a:pPr>
            <a:r>
              <a:rPr lang="en">
                <a:solidFill>
                  <a:schemeClr val="dk1"/>
                </a:solidFill>
              </a:rPr>
              <a:t>This was the initial design we came up with but we realised that the interface didn’t provide an option to choose date and also to save the entries.</a:t>
            </a:r>
          </a:p>
          <a:p>
            <a:pPr lvl="0" rtl="0">
              <a:spcBef>
                <a:spcPts val="0"/>
              </a:spcBef>
              <a:buNone/>
            </a:pPr>
            <a:endParaRPr/>
          </a:p>
        </p:txBody>
      </p:sp>
    </p:spTree>
    <p:extLst>
      <p:ext uri="{BB962C8B-B14F-4D97-AF65-F5344CB8AC3E}">
        <p14:creationId xmlns:p14="http://schemas.microsoft.com/office/powerpoint/2010/main" val="39778637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Shape 4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64" name="Shape 46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Clr>
                <a:schemeClr val="dk1"/>
              </a:buClr>
              <a:buSzPct val="100000"/>
              <a:buFont typeface="Arial"/>
              <a:buNone/>
            </a:pPr>
            <a:r>
              <a:rPr lang="en">
                <a:solidFill>
                  <a:schemeClr val="dk1"/>
                </a:solidFill>
              </a:rPr>
              <a:t>This version seemed good until we realised that this did have a ‘recall’ feature but wouldn’t create a log with entries corresponding to each day and also meal type and description of food wasn’t really necessary.</a:t>
            </a:r>
          </a:p>
          <a:p>
            <a:pPr lvl="0" rtl="0">
              <a:spcBef>
                <a:spcPts val="0"/>
              </a:spcBef>
              <a:buNone/>
            </a:pPr>
            <a:endParaRPr/>
          </a:p>
        </p:txBody>
      </p:sp>
    </p:spTree>
    <p:extLst>
      <p:ext uri="{BB962C8B-B14F-4D97-AF65-F5344CB8AC3E}">
        <p14:creationId xmlns:p14="http://schemas.microsoft.com/office/powerpoint/2010/main" val="34519699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71" name="Shape 47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Clr>
                <a:schemeClr val="dk1"/>
              </a:buClr>
              <a:buSzPct val="100000"/>
              <a:buFont typeface="Arial"/>
              <a:buNone/>
            </a:pPr>
            <a:r>
              <a:rPr lang="en">
                <a:solidFill>
                  <a:schemeClr val="dk1"/>
                </a:solidFill>
              </a:rPr>
              <a:t>We implemented this and conducted Think Alouds for this particular interface in the tutorial of week 11. From the Think Alouds and cognitive walkthrough conducted , we inferred that there was still scope to improve this application and make it more simple so as to provide the basic set of features that would help perform the three tasks listed.</a:t>
            </a:r>
          </a:p>
          <a:p>
            <a:pPr lvl="0" algn="r" rtl="0">
              <a:lnSpc>
                <a:spcPct val="115000"/>
              </a:lnSpc>
              <a:spcBef>
                <a:spcPts val="0"/>
              </a:spcBef>
              <a:buClr>
                <a:schemeClr val="dk1"/>
              </a:buClr>
              <a:buFont typeface="Arial"/>
              <a:buNone/>
            </a:pPr>
            <a:endParaRPr sz="1200" b="1">
              <a:solidFill>
                <a:schemeClr val="dk1"/>
              </a:solidFill>
            </a:endParaRPr>
          </a:p>
          <a:p>
            <a:pPr lvl="0" rtl="0">
              <a:spcBef>
                <a:spcPts val="0"/>
              </a:spcBef>
              <a:buClr>
                <a:schemeClr val="dk1"/>
              </a:buClr>
              <a:buFont typeface="Arial"/>
              <a:buNone/>
            </a:pPr>
            <a:endParaRPr>
              <a:solidFill>
                <a:schemeClr val="dk1"/>
              </a:solidFill>
            </a:endParaRPr>
          </a:p>
          <a:p>
            <a:pPr lvl="0" rtl="0">
              <a:spcBef>
                <a:spcPts val="0"/>
              </a:spcBef>
              <a:buNone/>
            </a:pPr>
            <a:endParaRPr/>
          </a:p>
        </p:txBody>
      </p:sp>
    </p:spTree>
    <p:extLst>
      <p:ext uri="{BB962C8B-B14F-4D97-AF65-F5344CB8AC3E}">
        <p14:creationId xmlns:p14="http://schemas.microsoft.com/office/powerpoint/2010/main" val="33102489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Shape 4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77" name="Shape 47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0784005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Shape 4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84" name="Shape 48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61561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blipFill>
          <a:blip r:embed="rId2">
            <a:alphaModFix/>
          </a:blip>
          <a:stretch>
            <a:fillRect/>
          </a:stretch>
        </a:blipFill>
        <a:effectLst/>
      </p:bgPr>
    </p:bg>
    <p:spTree>
      <p:nvGrpSpPr>
        <p:cNvPr id="1" name="Shape 7"/>
        <p:cNvGrpSpPr/>
        <p:nvPr/>
      </p:nvGrpSpPr>
      <p:grpSpPr>
        <a:xfrm>
          <a:off x="0" y="0"/>
          <a:ext cx="0" cy="0"/>
          <a:chOff x="0" y="0"/>
          <a:chExt cx="0" cy="0"/>
        </a:xfrm>
      </p:grpSpPr>
      <p:sp>
        <p:nvSpPr>
          <p:cNvPr id="8" name="Shape 8"/>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9" name="Shape 9"/>
          <p:cNvSpPr/>
          <p:nvPr/>
        </p:nvSpPr>
        <p:spPr>
          <a:xfrm>
            <a:off x="2748000" y="747750"/>
            <a:ext cx="3647999" cy="3647999"/>
          </a:xfrm>
          <a:prstGeom prst="ellipse">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10" name="Shape 10"/>
          <p:cNvSpPr txBox="1">
            <a:spLocks noGrp="1"/>
          </p:cNvSpPr>
          <p:nvPr>
            <p:ph type="title"/>
          </p:nvPr>
        </p:nvSpPr>
        <p:spPr>
          <a:xfrm>
            <a:off x="2747950" y="747775"/>
            <a:ext cx="3647999" cy="3647999"/>
          </a:xfrm>
          <a:prstGeom prst="rect">
            <a:avLst/>
          </a:prstGeom>
        </p:spPr>
        <p:txBody>
          <a:bodyPr lIns="91425" tIns="91425" rIns="91425" bIns="91425" anchor="ctr" anchorCtr="0"/>
          <a:lstStyle>
            <a:lvl1pPr algn="ctr" rtl="0">
              <a:spcBef>
                <a:spcPts val="0"/>
              </a:spcBef>
              <a:buNone/>
              <a:defRPr sz="2400"/>
            </a:lvl1pPr>
            <a:lvl2pPr rtl="0">
              <a:spcBef>
                <a:spcPts val="0"/>
              </a:spcBef>
              <a:buNone/>
              <a:defRPr sz="2400"/>
            </a:lvl2pPr>
            <a:lvl3pPr rtl="0">
              <a:spcBef>
                <a:spcPts val="0"/>
              </a:spcBef>
              <a:buNone/>
              <a:defRPr sz="2400"/>
            </a:lvl3pPr>
            <a:lvl4pPr rtl="0">
              <a:spcBef>
                <a:spcPts val="0"/>
              </a:spcBef>
              <a:buNone/>
              <a:defRPr sz="2400"/>
            </a:lvl4pPr>
            <a:lvl5pPr rtl="0">
              <a:spcBef>
                <a:spcPts val="0"/>
              </a:spcBef>
              <a:buNone/>
              <a:defRPr sz="2400"/>
            </a:lvl5pPr>
            <a:lvl6pPr rtl="0">
              <a:spcBef>
                <a:spcPts val="0"/>
              </a:spcBef>
              <a:buNone/>
              <a:defRPr sz="2400"/>
            </a:lvl6pPr>
            <a:lvl7pPr rtl="0">
              <a:spcBef>
                <a:spcPts val="0"/>
              </a:spcBef>
              <a:buNone/>
              <a:defRPr sz="2400"/>
            </a:lvl7pPr>
            <a:lvl8pPr rtl="0">
              <a:spcBef>
                <a:spcPts val="0"/>
              </a:spcBef>
              <a:buNone/>
              <a:defRPr sz="2400"/>
            </a:lvl8pPr>
            <a:lvl9pPr rtl="0">
              <a:spcBef>
                <a:spcPts val="0"/>
              </a:spcBef>
              <a:buNone/>
              <a:defRPr sz="2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ub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Shape 12"/>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13" name="Shape 13"/>
          <p:cNvSpPr/>
          <p:nvPr/>
        </p:nvSpPr>
        <p:spPr>
          <a:xfrm>
            <a:off x="2525575" y="525325"/>
            <a:ext cx="4092900" cy="4092900"/>
          </a:xfrm>
          <a:prstGeom prst="diamond">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14" name="Shape 14"/>
          <p:cNvSpPr txBox="1">
            <a:spLocks noGrp="1"/>
          </p:cNvSpPr>
          <p:nvPr>
            <p:ph type="subTitle" idx="1"/>
          </p:nvPr>
        </p:nvSpPr>
        <p:spPr>
          <a:xfrm>
            <a:off x="3009350" y="2573875"/>
            <a:ext cx="3086700" cy="2044500"/>
          </a:xfrm>
          <a:prstGeom prst="rect">
            <a:avLst/>
          </a:prstGeom>
          <a:noFill/>
        </p:spPr>
        <p:txBody>
          <a:bodyPr lIns="91425" tIns="91425" rIns="91425" bIns="91425" anchor="t" anchorCtr="0"/>
          <a:lstStyle>
            <a:lvl1pPr algn="ctr" rtl="0">
              <a:spcBef>
                <a:spcPts val="0"/>
              </a:spcBef>
              <a:buClr>
                <a:srgbClr val="FFFFFF"/>
              </a:buClr>
              <a:buFont typeface="Muli"/>
              <a:buNone/>
              <a:defRPr>
                <a:solidFill>
                  <a:srgbClr val="FFFFFF"/>
                </a:solidFill>
                <a:latin typeface="Muli"/>
                <a:ea typeface="Muli"/>
                <a:cs typeface="Muli"/>
                <a:sym typeface="Muli"/>
              </a:defRPr>
            </a:lvl1pPr>
            <a:lvl2pPr algn="ctr" rtl="0">
              <a:spcBef>
                <a:spcPts val="0"/>
              </a:spcBef>
              <a:buClr>
                <a:srgbClr val="FFFFFF"/>
              </a:buClr>
              <a:buFont typeface="Muli"/>
              <a:buNone/>
              <a:defRPr>
                <a:solidFill>
                  <a:srgbClr val="FFFFFF"/>
                </a:solidFill>
                <a:latin typeface="Muli"/>
                <a:ea typeface="Muli"/>
                <a:cs typeface="Muli"/>
                <a:sym typeface="Muli"/>
              </a:defRPr>
            </a:lvl2pPr>
            <a:lvl3pPr algn="ctr" rtl="0">
              <a:spcBef>
                <a:spcPts val="0"/>
              </a:spcBef>
              <a:buClr>
                <a:srgbClr val="FFFFFF"/>
              </a:buClr>
              <a:buFont typeface="Muli"/>
              <a:buNone/>
              <a:defRPr>
                <a:solidFill>
                  <a:srgbClr val="FFFFFF"/>
                </a:solidFill>
                <a:latin typeface="Muli"/>
                <a:ea typeface="Muli"/>
                <a:cs typeface="Muli"/>
                <a:sym typeface="Muli"/>
              </a:defRPr>
            </a:lvl3pPr>
            <a:lvl4pPr algn="ctr" rtl="0">
              <a:spcBef>
                <a:spcPts val="0"/>
              </a:spcBef>
              <a:buClr>
                <a:srgbClr val="FFFFFF"/>
              </a:buClr>
              <a:buFont typeface="Muli"/>
              <a:buNone/>
              <a:defRPr>
                <a:solidFill>
                  <a:srgbClr val="FFFFFF"/>
                </a:solidFill>
                <a:latin typeface="Muli"/>
                <a:ea typeface="Muli"/>
                <a:cs typeface="Muli"/>
                <a:sym typeface="Muli"/>
              </a:defRPr>
            </a:lvl4pPr>
            <a:lvl5pPr algn="ctr" rtl="0">
              <a:spcBef>
                <a:spcPts val="0"/>
              </a:spcBef>
              <a:buClr>
                <a:srgbClr val="FFFFFF"/>
              </a:buClr>
              <a:buFont typeface="Muli"/>
              <a:buNone/>
              <a:defRPr>
                <a:solidFill>
                  <a:srgbClr val="FFFFFF"/>
                </a:solidFill>
                <a:latin typeface="Muli"/>
                <a:ea typeface="Muli"/>
                <a:cs typeface="Muli"/>
                <a:sym typeface="Muli"/>
              </a:defRPr>
            </a:lvl5pPr>
            <a:lvl6pPr algn="ctr" rtl="0">
              <a:spcBef>
                <a:spcPts val="0"/>
              </a:spcBef>
              <a:buClr>
                <a:srgbClr val="FFFFFF"/>
              </a:buClr>
              <a:buFont typeface="Muli"/>
              <a:buNone/>
              <a:defRPr>
                <a:solidFill>
                  <a:srgbClr val="FFFFFF"/>
                </a:solidFill>
                <a:latin typeface="Muli"/>
                <a:ea typeface="Muli"/>
                <a:cs typeface="Muli"/>
                <a:sym typeface="Muli"/>
              </a:defRPr>
            </a:lvl6pPr>
            <a:lvl7pPr algn="ctr" rtl="0">
              <a:spcBef>
                <a:spcPts val="0"/>
              </a:spcBef>
              <a:buClr>
                <a:srgbClr val="FFFFFF"/>
              </a:buClr>
              <a:buFont typeface="Muli"/>
              <a:buNone/>
              <a:defRPr>
                <a:solidFill>
                  <a:srgbClr val="FFFFFF"/>
                </a:solidFill>
                <a:latin typeface="Muli"/>
                <a:ea typeface="Muli"/>
                <a:cs typeface="Muli"/>
                <a:sym typeface="Muli"/>
              </a:defRPr>
            </a:lvl7pPr>
            <a:lvl8pPr algn="ctr" rtl="0">
              <a:spcBef>
                <a:spcPts val="0"/>
              </a:spcBef>
              <a:buClr>
                <a:srgbClr val="FFFFFF"/>
              </a:buClr>
              <a:buFont typeface="Muli"/>
              <a:buNone/>
              <a:defRPr>
                <a:solidFill>
                  <a:srgbClr val="FFFFFF"/>
                </a:solidFill>
                <a:latin typeface="Muli"/>
                <a:ea typeface="Muli"/>
                <a:cs typeface="Muli"/>
                <a:sym typeface="Muli"/>
              </a:defRPr>
            </a:lvl8pPr>
            <a:lvl9pPr algn="ctr" rtl="0">
              <a:spcBef>
                <a:spcPts val="0"/>
              </a:spcBef>
              <a:buClr>
                <a:srgbClr val="FFFFFF"/>
              </a:buClr>
              <a:buFont typeface="Muli"/>
              <a:buNone/>
              <a:defRPr>
                <a:solidFill>
                  <a:srgbClr val="FFFFFF"/>
                </a:solidFill>
                <a:latin typeface="Muli"/>
                <a:ea typeface="Muli"/>
                <a:cs typeface="Muli"/>
                <a:sym typeface="Muli"/>
              </a:defRPr>
            </a:lvl9pPr>
          </a:lstStyle>
          <a:p>
            <a:endParaRPr/>
          </a:p>
        </p:txBody>
      </p:sp>
      <p:sp>
        <p:nvSpPr>
          <p:cNvPr id="15" name="Shape 15"/>
          <p:cNvSpPr txBox="1">
            <a:spLocks noGrp="1"/>
          </p:cNvSpPr>
          <p:nvPr>
            <p:ph type="title"/>
          </p:nvPr>
        </p:nvSpPr>
        <p:spPr>
          <a:xfrm>
            <a:off x="3048000" y="529375"/>
            <a:ext cx="3048000" cy="2044500"/>
          </a:xfrm>
          <a:prstGeom prst="rect">
            <a:avLst/>
          </a:prstGeom>
          <a:noFill/>
          <a:ln>
            <a:noFill/>
          </a:ln>
        </p:spPr>
        <p:txBody>
          <a:bodyPr lIns="91425" tIns="91425" rIns="91425" bIns="91425" anchor="b" anchorCtr="0"/>
          <a:lstStyle>
            <a:lvl1pPr algn="ctr" rtl="0">
              <a:spcBef>
                <a:spcPts val="0"/>
              </a:spcBef>
              <a:buNone/>
              <a:defRPr sz="2400"/>
            </a:lvl1pPr>
            <a:lvl2pPr rtl="0">
              <a:spcBef>
                <a:spcPts val="0"/>
              </a:spcBef>
              <a:buNone/>
              <a:defRPr sz="2400"/>
            </a:lvl2pPr>
            <a:lvl3pPr rtl="0">
              <a:spcBef>
                <a:spcPts val="0"/>
              </a:spcBef>
              <a:buNone/>
              <a:defRPr sz="2400"/>
            </a:lvl3pPr>
            <a:lvl4pPr rtl="0">
              <a:spcBef>
                <a:spcPts val="0"/>
              </a:spcBef>
              <a:buNone/>
              <a:defRPr sz="2400"/>
            </a:lvl4pPr>
            <a:lvl5pPr rtl="0">
              <a:spcBef>
                <a:spcPts val="0"/>
              </a:spcBef>
              <a:buNone/>
              <a:defRPr sz="2400"/>
            </a:lvl5pPr>
            <a:lvl6pPr rtl="0">
              <a:spcBef>
                <a:spcPts val="0"/>
              </a:spcBef>
              <a:buNone/>
              <a:defRPr sz="2400"/>
            </a:lvl6pPr>
            <a:lvl7pPr rtl="0">
              <a:spcBef>
                <a:spcPts val="0"/>
              </a:spcBef>
              <a:buNone/>
              <a:defRPr sz="2400"/>
            </a:lvl7pPr>
            <a:lvl8pPr rtl="0">
              <a:spcBef>
                <a:spcPts val="0"/>
              </a:spcBef>
              <a:buNone/>
              <a:defRPr sz="2400"/>
            </a:lvl8pPr>
            <a:lvl9pPr rtl="0">
              <a:spcBef>
                <a:spcPts val="0"/>
              </a:spcBef>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Quote">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Shape 17"/>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18" name="Shape 18"/>
          <p:cNvSpPr/>
          <p:nvPr/>
        </p:nvSpPr>
        <p:spPr>
          <a:xfrm>
            <a:off x="150" y="1790100"/>
            <a:ext cx="9144000" cy="15632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19" name="Shape 19"/>
          <p:cNvSpPr txBox="1">
            <a:spLocks noGrp="1"/>
          </p:cNvSpPr>
          <p:nvPr>
            <p:ph type="body" idx="1"/>
          </p:nvPr>
        </p:nvSpPr>
        <p:spPr>
          <a:xfrm>
            <a:off x="1964225" y="2161800"/>
            <a:ext cx="5215499" cy="819899"/>
          </a:xfrm>
          <a:prstGeom prst="rect">
            <a:avLst/>
          </a:prstGeom>
        </p:spPr>
        <p:txBody>
          <a:bodyPr lIns="91425" tIns="91425" rIns="91425" bIns="91425" anchor="ctr" anchorCtr="0"/>
          <a:lstStyle>
            <a:lvl1pPr algn="ctr" rtl="0">
              <a:spcBef>
                <a:spcPts val="0"/>
              </a:spcBef>
              <a:buClr>
                <a:srgbClr val="FFFFFF"/>
              </a:buClr>
              <a:buSzPct val="100000"/>
              <a:buFont typeface="Georgia"/>
              <a:defRPr sz="1600" i="1">
                <a:solidFill>
                  <a:srgbClr val="FFFFFF"/>
                </a:solidFill>
                <a:latin typeface="Georgia"/>
                <a:ea typeface="Georgia"/>
                <a:cs typeface="Georgia"/>
                <a:sym typeface="Georgia"/>
              </a:defRPr>
            </a:lvl1pPr>
            <a:lvl2pPr algn="ctr" rtl="0">
              <a:spcBef>
                <a:spcPts val="0"/>
              </a:spcBef>
              <a:buClr>
                <a:srgbClr val="FFFFFF"/>
              </a:buClr>
              <a:buSzPct val="100000"/>
              <a:buFont typeface="Georgia"/>
              <a:defRPr sz="1600" i="1">
                <a:solidFill>
                  <a:srgbClr val="FFFFFF"/>
                </a:solidFill>
                <a:latin typeface="Georgia"/>
                <a:ea typeface="Georgia"/>
                <a:cs typeface="Georgia"/>
                <a:sym typeface="Georgia"/>
              </a:defRPr>
            </a:lvl2pPr>
            <a:lvl3pPr algn="ctr" rtl="0">
              <a:spcBef>
                <a:spcPts val="0"/>
              </a:spcBef>
              <a:buClr>
                <a:srgbClr val="FFFFFF"/>
              </a:buClr>
              <a:buSzPct val="100000"/>
              <a:buFont typeface="Georgia"/>
              <a:defRPr sz="1600" i="1">
                <a:solidFill>
                  <a:srgbClr val="FFFFFF"/>
                </a:solidFill>
                <a:latin typeface="Georgia"/>
                <a:ea typeface="Georgia"/>
                <a:cs typeface="Georgia"/>
                <a:sym typeface="Georgia"/>
              </a:defRPr>
            </a:lvl3pPr>
            <a:lvl4pPr algn="ctr" rtl="0">
              <a:spcBef>
                <a:spcPts val="0"/>
              </a:spcBef>
              <a:buClr>
                <a:srgbClr val="FFFFFF"/>
              </a:buClr>
              <a:buSzPct val="100000"/>
              <a:buFont typeface="Georgia"/>
              <a:defRPr sz="1600" i="1">
                <a:solidFill>
                  <a:srgbClr val="FFFFFF"/>
                </a:solidFill>
                <a:latin typeface="Georgia"/>
                <a:ea typeface="Georgia"/>
                <a:cs typeface="Georgia"/>
                <a:sym typeface="Georgia"/>
              </a:defRPr>
            </a:lvl4pPr>
            <a:lvl5pPr algn="ctr" rtl="0">
              <a:spcBef>
                <a:spcPts val="0"/>
              </a:spcBef>
              <a:buClr>
                <a:srgbClr val="FFFFFF"/>
              </a:buClr>
              <a:buSzPct val="100000"/>
              <a:buFont typeface="Georgia"/>
              <a:defRPr sz="1600" i="1">
                <a:solidFill>
                  <a:srgbClr val="FFFFFF"/>
                </a:solidFill>
                <a:latin typeface="Georgia"/>
                <a:ea typeface="Georgia"/>
                <a:cs typeface="Georgia"/>
                <a:sym typeface="Georgia"/>
              </a:defRPr>
            </a:lvl5pPr>
            <a:lvl6pPr algn="ctr" rtl="0">
              <a:spcBef>
                <a:spcPts val="0"/>
              </a:spcBef>
              <a:buClr>
                <a:srgbClr val="FFFFFF"/>
              </a:buClr>
              <a:buSzPct val="100000"/>
              <a:buFont typeface="Georgia"/>
              <a:defRPr sz="1600" i="1">
                <a:solidFill>
                  <a:srgbClr val="FFFFFF"/>
                </a:solidFill>
                <a:latin typeface="Georgia"/>
                <a:ea typeface="Georgia"/>
                <a:cs typeface="Georgia"/>
                <a:sym typeface="Georgia"/>
              </a:defRPr>
            </a:lvl6pPr>
            <a:lvl7pPr algn="ctr" rtl="0">
              <a:spcBef>
                <a:spcPts val="0"/>
              </a:spcBef>
              <a:buClr>
                <a:srgbClr val="FFFFFF"/>
              </a:buClr>
              <a:buSzPct val="100000"/>
              <a:buFont typeface="Georgia"/>
              <a:defRPr sz="1600" i="1">
                <a:solidFill>
                  <a:srgbClr val="FFFFFF"/>
                </a:solidFill>
                <a:latin typeface="Georgia"/>
                <a:ea typeface="Georgia"/>
                <a:cs typeface="Georgia"/>
                <a:sym typeface="Georgia"/>
              </a:defRPr>
            </a:lvl7pPr>
            <a:lvl8pPr algn="ctr" rtl="0">
              <a:spcBef>
                <a:spcPts val="0"/>
              </a:spcBef>
              <a:buClr>
                <a:srgbClr val="FFFFFF"/>
              </a:buClr>
              <a:buSzPct val="100000"/>
              <a:buFont typeface="Georgia"/>
              <a:defRPr sz="1600" i="1">
                <a:solidFill>
                  <a:srgbClr val="FFFFFF"/>
                </a:solidFill>
                <a:latin typeface="Georgia"/>
                <a:ea typeface="Georgia"/>
                <a:cs typeface="Georgia"/>
                <a:sym typeface="Georgia"/>
              </a:defRPr>
            </a:lvl8pPr>
            <a:lvl9pPr algn="ctr">
              <a:spcBef>
                <a:spcPts val="0"/>
              </a:spcBef>
              <a:buClr>
                <a:srgbClr val="FFFFFF"/>
              </a:buClr>
              <a:buSzPct val="100000"/>
              <a:buFont typeface="Georgia"/>
              <a:defRPr sz="1600" i="1">
                <a:solidFill>
                  <a:srgbClr val="FFFFFF"/>
                </a:solidFill>
                <a:latin typeface="Georgia"/>
                <a:ea typeface="Georgia"/>
                <a:cs typeface="Georgia"/>
                <a:sym typeface="Georgi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1 column">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Shape 21"/>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22" name="Shape 22"/>
          <p:cNvSpPr/>
          <p:nvPr/>
        </p:nvSpPr>
        <p:spPr>
          <a:xfrm>
            <a:off x="2380350" y="0"/>
            <a:ext cx="6763800"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23" name="Shape 23"/>
          <p:cNvSpPr txBox="1">
            <a:spLocks noGrp="1"/>
          </p:cNvSpPr>
          <p:nvPr>
            <p:ph type="title"/>
          </p:nvPr>
        </p:nvSpPr>
        <p:spPr>
          <a:xfrm>
            <a:off x="2902775" y="302375"/>
            <a:ext cx="5718600" cy="503099"/>
          </a:xfrm>
          <a:prstGeom prst="rect">
            <a:avLst/>
          </a:prstGeom>
        </p:spPr>
        <p:txBody>
          <a:bodyPr lIns="91425" tIns="91425" rIns="91425" bIns="91425" anchor="t" anchorCtr="0"/>
          <a:lstStyle>
            <a:lvl1pPr rtl="0">
              <a:spcBef>
                <a:spcPts val="0"/>
              </a:spcBef>
              <a:buNone/>
              <a:defRPr sz="1800" b="1">
                <a:solidFill>
                  <a:srgbClr val="FFFFFF"/>
                </a:solidFill>
                <a:latin typeface="Muli"/>
                <a:ea typeface="Muli"/>
                <a:cs typeface="Muli"/>
                <a:sym typeface="Muli"/>
              </a:defRPr>
            </a:lvl1pPr>
            <a:lvl2pPr rtl="0">
              <a:spcBef>
                <a:spcPts val="0"/>
              </a:spcBef>
              <a:buNone/>
              <a:defRPr sz="1800" b="1">
                <a:solidFill>
                  <a:srgbClr val="FFFFFF"/>
                </a:solidFill>
                <a:latin typeface="Muli"/>
                <a:ea typeface="Muli"/>
                <a:cs typeface="Muli"/>
                <a:sym typeface="Muli"/>
              </a:defRPr>
            </a:lvl2pPr>
            <a:lvl3pPr rtl="0">
              <a:spcBef>
                <a:spcPts val="0"/>
              </a:spcBef>
              <a:buNone/>
              <a:defRPr sz="1800" b="1">
                <a:solidFill>
                  <a:srgbClr val="FFFFFF"/>
                </a:solidFill>
                <a:latin typeface="Muli"/>
                <a:ea typeface="Muli"/>
                <a:cs typeface="Muli"/>
                <a:sym typeface="Muli"/>
              </a:defRPr>
            </a:lvl3pPr>
            <a:lvl4pPr rtl="0">
              <a:spcBef>
                <a:spcPts val="0"/>
              </a:spcBef>
              <a:buNone/>
              <a:defRPr sz="1800" b="1">
                <a:solidFill>
                  <a:srgbClr val="FFFFFF"/>
                </a:solidFill>
                <a:latin typeface="Muli"/>
                <a:ea typeface="Muli"/>
                <a:cs typeface="Muli"/>
                <a:sym typeface="Muli"/>
              </a:defRPr>
            </a:lvl4pPr>
            <a:lvl5pPr rtl="0">
              <a:spcBef>
                <a:spcPts val="0"/>
              </a:spcBef>
              <a:buNone/>
              <a:defRPr sz="1800" b="1">
                <a:solidFill>
                  <a:srgbClr val="FFFFFF"/>
                </a:solidFill>
                <a:latin typeface="Muli"/>
                <a:ea typeface="Muli"/>
                <a:cs typeface="Muli"/>
                <a:sym typeface="Muli"/>
              </a:defRPr>
            </a:lvl5pPr>
            <a:lvl6pPr rtl="0">
              <a:spcBef>
                <a:spcPts val="0"/>
              </a:spcBef>
              <a:buNone/>
              <a:defRPr sz="1800" b="1">
                <a:solidFill>
                  <a:srgbClr val="FFFFFF"/>
                </a:solidFill>
                <a:latin typeface="Muli"/>
                <a:ea typeface="Muli"/>
                <a:cs typeface="Muli"/>
                <a:sym typeface="Muli"/>
              </a:defRPr>
            </a:lvl6pPr>
            <a:lvl7pPr rtl="0">
              <a:spcBef>
                <a:spcPts val="0"/>
              </a:spcBef>
              <a:buNone/>
              <a:defRPr sz="1800" b="1">
                <a:solidFill>
                  <a:srgbClr val="FFFFFF"/>
                </a:solidFill>
                <a:latin typeface="Muli"/>
                <a:ea typeface="Muli"/>
                <a:cs typeface="Muli"/>
                <a:sym typeface="Muli"/>
              </a:defRPr>
            </a:lvl7pPr>
            <a:lvl8pPr rtl="0">
              <a:spcBef>
                <a:spcPts val="0"/>
              </a:spcBef>
              <a:buNone/>
              <a:defRPr sz="1800" b="1">
                <a:solidFill>
                  <a:srgbClr val="FFFFFF"/>
                </a:solidFill>
                <a:latin typeface="Muli"/>
                <a:ea typeface="Muli"/>
                <a:cs typeface="Muli"/>
                <a:sym typeface="Muli"/>
              </a:defRPr>
            </a:lvl8pPr>
            <a:lvl9pPr rtl="0">
              <a:spcBef>
                <a:spcPts val="0"/>
              </a:spcBef>
              <a:buNone/>
              <a:defRPr sz="1800" b="1">
                <a:solidFill>
                  <a:srgbClr val="FFFFFF"/>
                </a:solidFill>
                <a:latin typeface="Muli"/>
                <a:ea typeface="Muli"/>
                <a:cs typeface="Muli"/>
                <a:sym typeface="Muli"/>
              </a:defRPr>
            </a:lvl9pPr>
          </a:lstStyle>
          <a:p>
            <a:endParaRPr/>
          </a:p>
        </p:txBody>
      </p:sp>
      <p:sp>
        <p:nvSpPr>
          <p:cNvPr id="24" name="Shape 24"/>
          <p:cNvSpPr txBox="1">
            <a:spLocks noGrp="1"/>
          </p:cNvSpPr>
          <p:nvPr>
            <p:ph type="body" idx="1"/>
          </p:nvPr>
        </p:nvSpPr>
        <p:spPr>
          <a:xfrm>
            <a:off x="2902775" y="852000"/>
            <a:ext cx="5718600" cy="3282299"/>
          </a:xfrm>
          <a:prstGeom prst="rect">
            <a:avLst/>
          </a:prstGeom>
        </p:spPr>
        <p:txBody>
          <a:bodyPr lIns="91425" tIns="91425" rIns="91425" bIns="91425" anchor="t" anchorCtr="0"/>
          <a:lstStyle>
            <a:lvl1pPr rtl="0">
              <a:lnSpc>
                <a:spcPct val="90000"/>
              </a:lnSpc>
              <a:spcBef>
                <a:spcPts val="700"/>
              </a:spcBef>
              <a:buClr>
                <a:srgbClr val="FFFFFF"/>
              </a:buClr>
              <a:buSzPct val="142857"/>
              <a:buFont typeface="Muli"/>
              <a:buChar char="➔"/>
              <a:defRPr sz="1400">
                <a:solidFill>
                  <a:schemeClr val="lt1"/>
                </a:solidFill>
                <a:latin typeface="Muli"/>
                <a:ea typeface="Muli"/>
                <a:cs typeface="Muli"/>
                <a:sym typeface="Muli"/>
              </a:defRPr>
            </a:lvl1pPr>
            <a:lvl2pPr rtl="0">
              <a:spcBef>
                <a:spcPts val="0"/>
              </a:spcBef>
              <a:buClr>
                <a:srgbClr val="FFFFFF"/>
              </a:buClr>
              <a:buSzPct val="128571"/>
              <a:buFont typeface="Muli"/>
              <a:buChar char="◆"/>
              <a:defRPr sz="1400">
                <a:solidFill>
                  <a:srgbClr val="FFFFFF"/>
                </a:solidFill>
                <a:latin typeface="Muli"/>
                <a:ea typeface="Muli"/>
                <a:cs typeface="Muli"/>
                <a:sym typeface="Muli"/>
              </a:defRPr>
            </a:lvl2pPr>
            <a:lvl3pPr rtl="0">
              <a:spcBef>
                <a:spcPts val="0"/>
              </a:spcBef>
              <a:buClr>
                <a:srgbClr val="FFFFFF"/>
              </a:buClr>
              <a:buSzPct val="100000"/>
              <a:buFont typeface="Muli"/>
              <a:buChar char="●"/>
              <a:defRPr sz="2400">
                <a:solidFill>
                  <a:srgbClr val="FFFFFF"/>
                </a:solidFill>
                <a:latin typeface="Muli"/>
                <a:ea typeface="Muli"/>
                <a:cs typeface="Muli"/>
                <a:sym typeface="Muli"/>
              </a:defRPr>
            </a:lvl3pPr>
            <a:lvl4pPr rtl="0">
              <a:spcBef>
                <a:spcPts val="0"/>
              </a:spcBef>
              <a:buClr>
                <a:srgbClr val="FFFFFF"/>
              </a:buClr>
              <a:buSzPct val="100000"/>
              <a:buFont typeface="Muli"/>
              <a:buChar char="○"/>
              <a:defRPr sz="2400">
                <a:solidFill>
                  <a:srgbClr val="FFFFFF"/>
                </a:solidFill>
                <a:latin typeface="Muli"/>
                <a:ea typeface="Muli"/>
                <a:cs typeface="Muli"/>
                <a:sym typeface="Muli"/>
              </a:defRPr>
            </a:lvl4pPr>
            <a:lvl5pPr rtl="0">
              <a:spcBef>
                <a:spcPts val="0"/>
              </a:spcBef>
              <a:buClr>
                <a:srgbClr val="FFFFFF"/>
              </a:buClr>
              <a:buSzPct val="100000"/>
              <a:buFont typeface="Muli"/>
              <a:buChar char="◆"/>
              <a:defRPr sz="2400">
                <a:solidFill>
                  <a:srgbClr val="FFFFFF"/>
                </a:solidFill>
                <a:latin typeface="Muli"/>
                <a:ea typeface="Muli"/>
                <a:cs typeface="Muli"/>
                <a:sym typeface="Muli"/>
              </a:defRPr>
            </a:lvl5pPr>
            <a:lvl6pPr rtl="0">
              <a:spcBef>
                <a:spcPts val="0"/>
              </a:spcBef>
              <a:buClr>
                <a:srgbClr val="FFFFFF"/>
              </a:buClr>
              <a:buSzPct val="100000"/>
              <a:buFont typeface="Muli"/>
              <a:buChar char="●"/>
              <a:defRPr sz="2400">
                <a:solidFill>
                  <a:srgbClr val="FFFFFF"/>
                </a:solidFill>
                <a:latin typeface="Muli"/>
                <a:ea typeface="Muli"/>
                <a:cs typeface="Muli"/>
                <a:sym typeface="Muli"/>
              </a:defRPr>
            </a:lvl6pPr>
            <a:lvl7pPr rtl="0">
              <a:spcBef>
                <a:spcPts val="0"/>
              </a:spcBef>
              <a:buClr>
                <a:srgbClr val="FFFFFF"/>
              </a:buClr>
              <a:buSzPct val="100000"/>
              <a:buFont typeface="Muli"/>
              <a:buChar char="○"/>
              <a:defRPr sz="2400">
                <a:solidFill>
                  <a:srgbClr val="FFFFFF"/>
                </a:solidFill>
                <a:latin typeface="Muli"/>
                <a:ea typeface="Muli"/>
                <a:cs typeface="Muli"/>
                <a:sym typeface="Muli"/>
              </a:defRPr>
            </a:lvl7pPr>
            <a:lvl8pPr rtl="0">
              <a:spcBef>
                <a:spcPts val="0"/>
              </a:spcBef>
              <a:buClr>
                <a:srgbClr val="FFFFFF"/>
              </a:buClr>
              <a:buSzPct val="100000"/>
              <a:buFont typeface="Muli"/>
              <a:buChar char="◆"/>
              <a:defRPr sz="2400">
                <a:solidFill>
                  <a:srgbClr val="FFFFFF"/>
                </a:solidFill>
                <a:latin typeface="Muli"/>
                <a:ea typeface="Muli"/>
                <a:cs typeface="Muli"/>
                <a:sym typeface="Muli"/>
              </a:defRPr>
            </a:lvl8pPr>
            <a:lvl9pPr rtl="0">
              <a:spcBef>
                <a:spcPts val="0"/>
              </a:spcBef>
              <a:buClr>
                <a:srgbClr val="FFFFFF"/>
              </a:buClr>
              <a:buSzPct val="100000"/>
              <a:buFont typeface="Muli"/>
              <a:buChar char="●"/>
              <a:defRPr sz="2400">
                <a:solidFill>
                  <a:srgbClr val="FFFFFF"/>
                </a:solidFill>
                <a:latin typeface="Muli"/>
                <a:ea typeface="Muli"/>
                <a:cs typeface="Muli"/>
                <a:sym typeface="Mul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 1 column half">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Shape 26"/>
          <p:cNvSpPr/>
          <p:nvPr/>
        </p:nvSpPr>
        <p:spPr>
          <a:xfrm>
            <a:off x="4572000" y="0"/>
            <a:ext cx="4572000"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27" name="Shape 27"/>
          <p:cNvSpPr txBox="1">
            <a:spLocks noGrp="1"/>
          </p:cNvSpPr>
          <p:nvPr>
            <p:ph type="title"/>
          </p:nvPr>
        </p:nvSpPr>
        <p:spPr>
          <a:xfrm>
            <a:off x="5128375" y="302375"/>
            <a:ext cx="3493199" cy="503099"/>
          </a:xfrm>
          <a:prstGeom prst="rect">
            <a:avLst/>
          </a:prstGeom>
        </p:spPr>
        <p:txBody>
          <a:bodyPr lIns="91425" tIns="91425" rIns="91425" bIns="91425" anchor="t" anchorCtr="0"/>
          <a:lstStyle>
            <a:lvl1pPr rtl="0">
              <a:spcBef>
                <a:spcPts val="0"/>
              </a:spcBef>
              <a:buNone/>
              <a:defRPr sz="1800" b="1">
                <a:solidFill>
                  <a:srgbClr val="FFFFFF"/>
                </a:solidFill>
                <a:latin typeface="Muli"/>
                <a:ea typeface="Muli"/>
                <a:cs typeface="Muli"/>
                <a:sym typeface="Muli"/>
              </a:defRPr>
            </a:lvl1pPr>
            <a:lvl2pPr rtl="0">
              <a:spcBef>
                <a:spcPts val="0"/>
              </a:spcBef>
              <a:buNone/>
              <a:defRPr sz="1800" b="1">
                <a:solidFill>
                  <a:srgbClr val="FFFFFF"/>
                </a:solidFill>
                <a:latin typeface="Muli"/>
                <a:ea typeface="Muli"/>
                <a:cs typeface="Muli"/>
                <a:sym typeface="Muli"/>
              </a:defRPr>
            </a:lvl2pPr>
            <a:lvl3pPr rtl="0">
              <a:spcBef>
                <a:spcPts val="0"/>
              </a:spcBef>
              <a:buNone/>
              <a:defRPr sz="1800" b="1">
                <a:solidFill>
                  <a:srgbClr val="FFFFFF"/>
                </a:solidFill>
                <a:latin typeface="Muli"/>
                <a:ea typeface="Muli"/>
                <a:cs typeface="Muli"/>
                <a:sym typeface="Muli"/>
              </a:defRPr>
            </a:lvl3pPr>
            <a:lvl4pPr rtl="0">
              <a:spcBef>
                <a:spcPts val="0"/>
              </a:spcBef>
              <a:buNone/>
              <a:defRPr sz="1800" b="1">
                <a:solidFill>
                  <a:srgbClr val="FFFFFF"/>
                </a:solidFill>
                <a:latin typeface="Muli"/>
                <a:ea typeface="Muli"/>
                <a:cs typeface="Muli"/>
                <a:sym typeface="Muli"/>
              </a:defRPr>
            </a:lvl4pPr>
            <a:lvl5pPr rtl="0">
              <a:spcBef>
                <a:spcPts val="0"/>
              </a:spcBef>
              <a:buNone/>
              <a:defRPr sz="1800" b="1">
                <a:solidFill>
                  <a:srgbClr val="FFFFFF"/>
                </a:solidFill>
                <a:latin typeface="Muli"/>
                <a:ea typeface="Muli"/>
                <a:cs typeface="Muli"/>
                <a:sym typeface="Muli"/>
              </a:defRPr>
            </a:lvl5pPr>
            <a:lvl6pPr rtl="0">
              <a:spcBef>
                <a:spcPts val="0"/>
              </a:spcBef>
              <a:buNone/>
              <a:defRPr sz="1800" b="1">
                <a:solidFill>
                  <a:srgbClr val="FFFFFF"/>
                </a:solidFill>
                <a:latin typeface="Muli"/>
                <a:ea typeface="Muli"/>
                <a:cs typeface="Muli"/>
                <a:sym typeface="Muli"/>
              </a:defRPr>
            </a:lvl6pPr>
            <a:lvl7pPr rtl="0">
              <a:spcBef>
                <a:spcPts val="0"/>
              </a:spcBef>
              <a:buNone/>
              <a:defRPr sz="1800" b="1">
                <a:solidFill>
                  <a:srgbClr val="FFFFFF"/>
                </a:solidFill>
                <a:latin typeface="Muli"/>
                <a:ea typeface="Muli"/>
                <a:cs typeface="Muli"/>
                <a:sym typeface="Muli"/>
              </a:defRPr>
            </a:lvl7pPr>
            <a:lvl8pPr rtl="0">
              <a:spcBef>
                <a:spcPts val="0"/>
              </a:spcBef>
              <a:buNone/>
              <a:defRPr sz="1800" b="1">
                <a:solidFill>
                  <a:srgbClr val="FFFFFF"/>
                </a:solidFill>
                <a:latin typeface="Muli"/>
                <a:ea typeface="Muli"/>
                <a:cs typeface="Muli"/>
                <a:sym typeface="Muli"/>
              </a:defRPr>
            </a:lvl8pPr>
            <a:lvl9pPr rtl="0">
              <a:spcBef>
                <a:spcPts val="0"/>
              </a:spcBef>
              <a:buNone/>
              <a:defRPr sz="1800" b="1">
                <a:solidFill>
                  <a:srgbClr val="FFFFFF"/>
                </a:solidFill>
                <a:latin typeface="Muli"/>
                <a:ea typeface="Muli"/>
                <a:cs typeface="Muli"/>
                <a:sym typeface="Muli"/>
              </a:defRPr>
            </a:lvl9pPr>
          </a:lstStyle>
          <a:p>
            <a:endParaRPr/>
          </a:p>
        </p:txBody>
      </p:sp>
      <p:sp>
        <p:nvSpPr>
          <p:cNvPr id="28" name="Shape 28"/>
          <p:cNvSpPr txBox="1">
            <a:spLocks noGrp="1"/>
          </p:cNvSpPr>
          <p:nvPr>
            <p:ph type="body" idx="1"/>
          </p:nvPr>
        </p:nvSpPr>
        <p:spPr>
          <a:xfrm>
            <a:off x="5128481" y="1509475"/>
            <a:ext cx="3493199" cy="3125100"/>
          </a:xfrm>
          <a:prstGeom prst="rect">
            <a:avLst/>
          </a:prstGeom>
        </p:spPr>
        <p:txBody>
          <a:bodyPr lIns="91425" tIns="91425" rIns="91425" bIns="91425" anchor="t" anchorCtr="0"/>
          <a:lstStyle>
            <a:lvl1pPr rtl="0">
              <a:spcBef>
                <a:spcPts val="0"/>
              </a:spcBef>
              <a:buClr>
                <a:srgbClr val="FFFFFF"/>
              </a:buClr>
              <a:buSzPct val="83333"/>
              <a:buFont typeface="Muli"/>
              <a:buChar char="➜"/>
              <a:defRPr sz="2400">
                <a:solidFill>
                  <a:srgbClr val="FFFFFF"/>
                </a:solidFill>
                <a:latin typeface="Muli"/>
                <a:ea typeface="Muli"/>
                <a:cs typeface="Muli"/>
                <a:sym typeface="Muli"/>
              </a:defRPr>
            </a:lvl1pPr>
            <a:lvl2pPr rtl="0">
              <a:spcBef>
                <a:spcPts val="0"/>
              </a:spcBef>
              <a:buClr>
                <a:srgbClr val="FFFFFF"/>
              </a:buClr>
              <a:buSzPct val="75000"/>
              <a:buFont typeface="Muli"/>
              <a:defRPr sz="2400">
                <a:solidFill>
                  <a:srgbClr val="FFFFFF"/>
                </a:solidFill>
                <a:latin typeface="Muli"/>
                <a:ea typeface="Muli"/>
                <a:cs typeface="Muli"/>
                <a:sym typeface="Muli"/>
              </a:defRPr>
            </a:lvl2pPr>
            <a:lvl3pPr rtl="0">
              <a:spcBef>
                <a:spcPts val="0"/>
              </a:spcBef>
              <a:buClr>
                <a:srgbClr val="FFFFFF"/>
              </a:buClr>
              <a:buSzPct val="100000"/>
              <a:buFont typeface="Muli"/>
              <a:defRPr sz="2400">
                <a:solidFill>
                  <a:srgbClr val="FFFFFF"/>
                </a:solidFill>
                <a:latin typeface="Muli"/>
                <a:ea typeface="Muli"/>
                <a:cs typeface="Muli"/>
                <a:sym typeface="Muli"/>
              </a:defRPr>
            </a:lvl3pPr>
            <a:lvl4pPr rtl="0">
              <a:spcBef>
                <a:spcPts val="0"/>
              </a:spcBef>
              <a:buClr>
                <a:srgbClr val="FFFFFF"/>
              </a:buClr>
              <a:buSzPct val="100000"/>
              <a:buFont typeface="Muli"/>
              <a:defRPr sz="2400">
                <a:solidFill>
                  <a:srgbClr val="FFFFFF"/>
                </a:solidFill>
                <a:latin typeface="Muli"/>
                <a:ea typeface="Muli"/>
                <a:cs typeface="Muli"/>
                <a:sym typeface="Muli"/>
              </a:defRPr>
            </a:lvl4pPr>
            <a:lvl5pPr rtl="0">
              <a:spcBef>
                <a:spcPts val="0"/>
              </a:spcBef>
              <a:buClr>
                <a:srgbClr val="FFFFFF"/>
              </a:buClr>
              <a:buSzPct val="100000"/>
              <a:buFont typeface="Muli"/>
              <a:defRPr sz="2400">
                <a:solidFill>
                  <a:srgbClr val="FFFFFF"/>
                </a:solidFill>
                <a:latin typeface="Muli"/>
                <a:ea typeface="Muli"/>
                <a:cs typeface="Muli"/>
                <a:sym typeface="Muli"/>
              </a:defRPr>
            </a:lvl5pPr>
            <a:lvl6pPr rtl="0">
              <a:spcBef>
                <a:spcPts val="0"/>
              </a:spcBef>
              <a:buClr>
                <a:srgbClr val="FFFFFF"/>
              </a:buClr>
              <a:buSzPct val="100000"/>
              <a:buFont typeface="Muli"/>
              <a:defRPr sz="2400">
                <a:solidFill>
                  <a:srgbClr val="FFFFFF"/>
                </a:solidFill>
                <a:latin typeface="Muli"/>
                <a:ea typeface="Muli"/>
                <a:cs typeface="Muli"/>
                <a:sym typeface="Muli"/>
              </a:defRPr>
            </a:lvl6pPr>
            <a:lvl7pPr rtl="0">
              <a:spcBef>
                <a:spcPts val="0"/>
              </a:spcBef>
              <a:buClr>
                <a:srgbClr val="FFFFFF"/>
              </a:buClr>
              <a:buSzPct val="100000"/>
              <a:buFont typeface="Muli"/>
              <a:defRPr sz="2400">
                <a:solidFill>
                  <a:srgbClr val="FFFFFF"/>
                </a:solidFill>
                <a:latin typeface="Muli"/>
                <a:ea typeface="Muli"/>
                <a:cs typeface="Muli"/>
                <a:sym typeface="Muli"/>
              </a:defRPr>
            </a:lvl7pPr>
            <a:lvl8pPr rtl="0">
              <a:spcBef>
                <a:spcPts val="0"/>
              </a:spcBef>
              <a:buClr>
                <a:srgbClr val="FFFFFF"/>
              </a:buClr>
              <a:buSzPct val="100000"/>
              <a:buFont typeface="Muli"/>
              <a:defRPr sz="2400">
                <a:solidFill>
                  <a:srgbClr val="FFFFFF"/>
                </a:solidFill>
                <a:latin typeface="Muli"/>
                <a:ea typeface="Muli"/>
                <a:cs typeface="Muli"/>
                <a:sym typeface="Muli"/>
              </a:defRPr>
            </a:lvl8pPr>
            <a:lvl9pPr rtl="0">
              <a:spcBef>
                <a:spcPts val="0"/>
              </a:spcBef>
              <a:buClr>
                <a:srgbClr val="FFFFFF"/>
              </a:buClr>
              <a:buSzPct val="100000"/>
              <a:buFont typeface="Muli"/>
              <a:defRPr sz="2400">
                <a:solidFill>
                  <a:srgbClr val="FFFFFF"/>
                </a:solidFill>
                <a:latin typeface="Muli"/>
                <a:ea typeface="Muli"/>
                <a:cs typeface="Muli"/>
                <a:sym typeface="Mul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p:cSld name="Title + 2 columns">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Shape 30"/>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31" name="Shape 31"/>
          <p:cNvSpPr/>
          <p:nvPr/>
        </p:nvSpPr>
        <p:spPr>
          <a:xfrm>
            <a:off x="2380350" y="0"/>
            <a:ext cx="6763800"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32" name="Shape 32"/>
          <p:cNvSpPr txBox="1">
            <a:spLocks noGrp="1"/>
          </p:cNvSpPr>
          <p:nvPr>
            <p:ph type="title"/>
          </p:nvPr>
        </p:nvSpPr>
        <p:spPr>
          <a:xfrm>
            <a:off x="2902775" y="302375"/>
            <a:ext cx="5718600" cy="503099"/>
          </a:xfrm>
          <a:prstGeom prst="rect">
            <a:avLst/>
          </a:prstGeom>
        </p:spPr>
        <p:txBody>
          <a:bodyPr lIns="91425" tIns="91425" rIns="91425" bIns="91425" anchor="t" anchorCtr="0"/>
          <a:lstStyle>
            <a:lvl1pPr rtl="0">
              <a:spcBef>
                <a:spcPts val="0"/>
              </a:spcBef>
              <a:buNone/>
              <a:defRPr sz="1800" b="1">
                <a:solidFill>
                  <a:srgbClr val="FFFFFF"/>
                </a:solidFill>
                <a:latin typeface="Muli"/>
                <a:ea typeface="Muli"/>
                <a:cs typeface="Muli"/>
                <a:sym typeface="Muli"/>
              </a:defRPr>
            </a:lvl1pPr>
            <a:lvl2pPr rtl="0">
              <a:spcBef>
                <a:spcPts val="0"/>
              </a:spcBef>
              <a:buNone/>
              <a:defRPr sz="1800" b="1">
                <a:solidFill>
                  <a:srgbClr val="FFFFFF"/>
                </a:solidFill>
                <a:latin typeface="Muli"/>
                <a:ea typeface="Muli"/>
                <a:cs typeface="Muli"/>
                <a:sym typeface="Muli"/>
              </a:defRPr>
            </a:lvl2pPr>
            <a:lvl3pPr rtl="0">
              <a:spcBef>
                <a:spcPts val="0"/>
              </a:spcBef>
              <a:buNone/>
              <a:defRPr sz="1800" b="1">
                <a:solidFill>
                  <a:srgbClr val="FFFFFF"/>
                </a:solidFill>
                <a:latin typeface="Muli"/>
                <a:ea typeface="Muli"/>
                <a:cs typeface="Muli"/>
                <a:sym typeface="Muli"/>
              </a:defRPr>
            </a:lvl3pPr>
            <a:lvl4pPr rtl="0">
              <a:spcBef>
                <a:spcPts val="0"/>
              </a:spcBef>
              <a:buNone/>
              <a:defRPr sz="1800" b="1">
                <a:solidFill>
                  <a:srgbClr val="FFFFFF"/>
                </a:solidFill>
                <a:latin typeface="Muli"/>
                <a:ea typeface="Muli"/>
                <a:cs typeface="Muli"/>
                <a:sym typeface="Muli"/>
              </a:defRPr>
            </a:lvl4pPr>
            <a:lvl5pPr rtl="0">
              <a:spcBef>
                <a:spcPts val="0"/>
              </a:spcBef>
              <a:buNone/>
              <a:defRPr sz="1800" b="1">
                <a:solidFill>
                  <a:srgbClr val="FFFFFF"/>
                </a:solidFill>
                <a:latin typeface="Muli"/>
                <a:ea typeface="Muli"/>
                <a:cs typeface="Muli"/>
                <a:sym typeface="Muli"/>
              </a:defRPr>
            </a:lvl5pPr>
            <a:lvl6pPr rtl="0">
              <a:spcBef>
                <a:spcPts val="0"/>
              </a:spcBef>
              <a:buNone/>
              <a:defRPr sz="1800" b="1">
                <a:solidFill>
                  <a:srgbClr val="FFFFFF"/>
                </a:solidFill>
                <a:latin typeface="Muli"/>
                <a:ea typeface="Muli"/>
                <a:cs typeface="Muli"/>
                <a:sym typeface="Muli"/>
              </a:defRPr>
            </a:lvl6pPr>
            <a:lvl7pPr rtl="0">
              <a:spcBef>
                <a:spcPts val="0"/>
              </a:spcBef>
              <a:buNone/>
              <a:defRPr sz="1800" b="1">
                <a:solidFill>
                  <a:srgbClr val="FFFFFF"/>
                </a:solidFill>
                <a:latin typeface="Muli"/>
                <a:ea typeface="Muli"/>
                <a:cs typeface="Muli"/>
                <a:sym typeface="Muli"/>
              </a:defRPr>
            </a:lvl7pPr>
            <a:lvl8pPr rtl="0">
              <a:spcBef>
                <a:spcPts val="0"/>
              </a:spcBef>
              <a:buNone/>
              <a:defRPr sz="1800" b="1">
                <a:solidFill>
                  <a:srgbClr val="FFFFFF"/>
                </a:solidFill>
                <a:latin typeface="Muli"/>
                <a:ea typeface="Muli"/>
                <a:cs typeface="Muli"/>
                <a:sym typeface="Muli"/>
              </a:defRPr>
            </a:lvl8pPr>
            <a:lvl9pPr rtl="0">
              <a:spcBef>
                <a:spcPts val="0"/>
              </a:spcBef>
              <a:buNone/>
              <a:defRPr sz="1800" b="1">
                <a:solidFill>
                  <a:srgbClr val="FFFFFF"/>
                </a:solidFill>
                <a:latin typeface="Muli"/>
                <a:ea typeface="Muli"/>
                <a:cs typeface="Muli"/>
                <a:sym typeface="Muli"/>
              </a:defRPr>
            </a:lvl9pPr>
          </a:lstStyle>
          <a:p>
            <a:endParaRPr/>
          </a:p>
        </p:txBody>
      </p:sp>
      <p:sp>
        <p:nvSpPr>
          <p:cNvPr id="33" name="Shape 33"/>
          <p:cNvSpPr txBox="1">
            <a:spLocks noGrp="1"/>
          </p:cNvSpPr>
          <p:nvPr>
            <p:ph type="body" idx="1"/>
          </p:nvPr>
        </p:nvSpPr>
        <p:spPr>
          <a:xfrm>
            <a:off x="2902950" y="1509475"/>
            <a:ext cx="2780700" cy="3125100"/>
          </a:xfrm>
          <a:prstGeom prst="rect">
            <a:avLst/>
          </a:prstGeom>
        </p:spPr>
        <p:txBody>
          <a:bodyPr lIns="91425" tIns="91425" rIns="91425" bIns="91425" anchor="t" anchorCtr="0"/>
          <a:lstStyle>
            <a:lvl1pPr rtl="0">
              <a:spcBef>
                <a:spcPts val="0"/>
              </a:spcBef>
              <a:buClr>
                <a:srgbClr val="FFFFFF"/>
              </a:buClr>
              <a:buSzPct val="100000"/>
              <a:buFont typeface="Muli"/>
              <a:buChar char="➜"/>
              <a:defRPr sz="1800">
                <a:solidFill>
                  <a:srgbClr val="FFFFFF"/>
                </a:solidFill>
                <a:latin typeface="Muli"/>
                <a:ea typeface="Muli"/>
                <a:cs typeface="Muli"/>
                <a:sym typeface="Muli"/>
              </a:defRPr>
            </a:lvl1pPr>
            <a:lvl2pPr rtl="0">
              <a:spcBef>
                <a:spcPts val="0"/>
              </a:spcBef>
              <a:buClr>
                <a:srgbClr val="FFFFFF"/>
              </a:buClr>
              <a:buSzPct val="100000"/>
              <a:buFont typeface="Muli"/>
              <a:defRPr sz="1800">
                <a:solidFill>
                  <a:srgbClr val="FFFFFF"/>
                </a:solidFill>
                <a:latin typeface="Muli"/>
                <a:ea typeface="Muli"/>
                <a:cs typeface="Muli"/>
                <a:sym typeface="Muli"/>
              </a:defRPr>
            </a:lvl2pPr>
            <a:lvl3pPr rtl="0">
              <a:spcBef>
                <a:spcPts val="0"/>
              </a:spcBef>
              <a:buClr>
                <a:srgbClr val="FFFFFF"/>
              </a:buClr>
              <a:buSzPct val="100000"/>
              <a:buFont typeface="Muli"/>
              <a:defRPr sz="1800">
                <a:solidFill>
                  <a:srgbClr val="FFFFFF"/>
                </a:solidFill>
                <a:latin typeface="Muli"/>
                <a:ea typeface="Muli"/>
                <a:cs typeface="Muli"/>
                <a:sym typeface="Muli"/>
              </a:defRPr>
            </a:lvl3pPr>
            <a:lvl4pPr rtl="0">
              <a:spcBef>
                <a:spcPts val="0"/>
              </a:spcBef>
              <a:buClr>
                <a:srgbClr val="FFFFFF"/>
              </a:buClr>
              <a:buSzPct val="100000"/>
              <a:buFont typeface="Muli"/>
              <a:defRPr sz="1800">
                <a:solidFill>
                  <a:srgbClr val="FFFFFF"/>
                </a:solidFill>
                <a:latin typeface="Muli"/>
                <a:ea typeface="Muli"/>
                <a:cs typeface="Muli"/>
                <a:sym typeface="Muli"/>
              </a:defRPr>
            </a:lvl4pPr>
            <a:lvl5pPr rtl="0">
              <a:spcBef>
                <a:spcPts val="0"/>
              </a:spcBef>
              <a:buClr>
                <a:srgbClr val="FFFFFF"/>
              </a:buClr>
              <a:buSzPct val="100000"/>
              <a:buFont typeface="Muli"/>
              <a:defRPr sz="1800">
                <a:solidFill>
                  <a:srgbClr val="FFFFFF"/>
                </a:solidFill>
                <a:latin typeface="Muli"/>
                <a:ea typeface="Muli"/>
                <a:cs typeface="Muli"/>
                <a:sym typeface="Muli"/>
              </a:defRPr>
            </a:lvl5pPr>
            <a:lvl6pPr rtl="0">
              <a:spcBef>
                <a:spcPts val="0"/>
              </a:spcBef>
              <a:buClr>
                <a:srgbClr val="FFFFFF"/>
              </a:buClr>
              <a:buSzPct val="100000"/>
              <a:buFont typeface="Muli"/>
              <a:defRPr sz="1800">
                <a:solidFill>
                  <a:srgbClr val="FFFFFF"/>
                </a:solidFill>
                <a:latin typeface="Muli"/>
                <a:ea typeface="Muli"/>
                <a:cs typeface="Muli"/>
                <a:sym typeface="Muli"/>
              </a:defRPr>
            </a:lvl6pPr>
            <a:lvl7pPr rtl="0">
              <a:spcBef>
                <a:spcPts val="0"/>
              </a:spcBef>
              <a:buClr>
                <a:srgbClr val="FFFFFF"/>
              </a:buClr>
              <a:buSzPct val="100000"/>
              <a:buFont typeface="Muli"/>
              <a:defRPr sz="1800">
                <a:solidFill>
                  <a:srgbClr val="FFFFFF"/>
                </a:solidFill>
                <a:latin typeface="Muli"/>
                <a:ea typeface="Muli"/>
                <a:cs typeface="Muli"/>
                <a:sym typeface="Muli"/>
              </a:defRPr>
            </a:lvl7pPr>
            <a:lvl8pPr rtl="0">
              <a:spcBef>
                <a:spcPts val="0"/>
              </a:spcBef>
              <a:buClr>
                <a:srgbClr val="FFFFFF"/>
              </a:buClr>
              <a:buSzPct val="100000"/>
              <a:buFont typeface="Muli"/>
              <a:defRPr sz="1800">
                <a:solidFill>
                  <a:srgbClr val="FFFFFF"/>
                </a:solidFill>
                <a:latin typeface="Muli"/>
                <a:ea typeface="Muli"/>
                <a:cs typeface="Muli"/>
                <a:sym typeface="Muli"/>
              </a:defRPr>
            </a:lvl8pPr>
            <a:lvl9pPr rtl="0">
              <a:spcBef>
                <a:spcPts val="0"/>
              </a:spcBef>
              <a:buClr>
                <a:srgbClr val="FFFFFF"/>
              </a:buClr>
              <a:buSzPct val="100000"/>
              <a:buFont typeface="Muli"/>
              <a:defRPr sz="1800">
                <a:solidFill>
                  <a:srgbClr val="FFFFFF"/>
                </a:solidFill>
                <a:latin typeface="Muli"/>
                <a:ea typeface="Muli"/>
                <a:cs typeface="Muli"/>
                <a:sym typeface="Muli"/>
              </a:defRPr>
            </a:lvl9pPr>
          </a:lstStyle>
          <a:p>
            <a:endParaRPr/>
          </a:p>
        </p:txBody>
      </p:sp>
      <p:sp>
        <p:nvSpPr>
          <p:cNvPr id="34" name="Shape 34"/>
          <p:cNvSpPr txBox="1">
            <a:spLocks noGrp="1"/>
          </p:cNvSpPr>
          <p:nvPr>
            <p:ph type="body" idx="2"/>
          </p:nvPr>
        </p:nvSpPr>
        <p:spPr>
          <a:xfrm>
            <a:off x="5840728" y="1509475"/>
            <a:ext cx="2780700" cy="3125100"/>
          </a:xfrm>
          <a:prstGeom prst="rect">
            <a:avLst/>
          </a:prstGeom>
        </p:spPr>
        <p:txBody>
          <a:bodyPr lIns="91425" tIns="91425" rIns="91425" bIns="91425" anchor="t" anchorCtr="0"/>
          <a:lstStyle>
            <a:lvl1pPr rtl="0">
              <a:spcBef>
                <a:spcPts val="0"/>
              </a:spcBef>
              <a:buClr>
                <a:srgbClr val="FFFFFF"/>
              </a:buClr>
              <a:buSzPct val="100000"/>
              <a:buFont typeface="Muli"/>
              <a:buChar char="➜"/>
              <a:defRPr sz="1800">
                <a:solidFill>
                  <a:srgbClr val="FFFFFF"/>
                </a:solidFill>
                <a:latin typeface="Muli"/>
                <a:ea typeface="Muli"/>
                <a:cs typeface="Muli"/>
                <a:sym typeface="Muli"/>
              </a:defRPr>
            </a:lvl1pPr>
            <a:lvl2pPr rtl="0">
              <a:spcBef>
                <a:spcPts val="0"/>
              </a:spcBef>
              <a:buClr>
                <a:srgbClr val="FFFFFF"/>
              </a:buClr>
              <a:buSzPct val="100000"/>
              <a:buFont typeface="Muli"/>
              <a:defRPr sz="1800">
                <a:solidFill>
                  <a:srgbClr val="FFFFFF"/>
                </a:solidFill>
                <a:latin typeface="Muli"/>
                <a:ea typeface="Muli"/>
                <a:cs typeface="Muli"/>
                <a:sym typeface="Muli"/>
              </a:defRPr>
            </a:lvl2pPr>
            <a:lvl3pPr rtl="0">
              <a:spcBef>
                <a:spcPts val="0"/>
              </a:spcBef>
              <a:buClr>
                <a:srgbClr val="FFFFFF"/>
              </a:buClr>
              <a:buSzPct val="100000"/>
              <a:buFont typeface="Muli"/>
              <a:defRPr sz="1800">
                <a:solidFill>
                  <a:srgbClr val="FFFFFF"/>
                </a:solidFill>
                <a:latin typeface="Muli"/>
                <a:ea typeface="Muli"/>
                <a:cs typeface="Muli"/>
                <a:sym typeface="Muli"/>
              </a:defRPr>
            </a:lvl3pPr>
            <a:lvl4pPr rtl="0">
              <a:spcBef>
                <a:spcPts val="0"/>
              </a:spcBef>
              <a:buClr>
                <a:srgbClr val="FFFFFF"/>
              </a:buClr>
              <a:buSzPct val="100000"/>
              <a:buFont typeface="Muli"/>
              <a:defRPr sz="1800">
                <a:solidFill>
                  <a:srgbClr val="FFFFFF"/>
                </a:solidFill>
                <a:latin typeface="Muli"/>
                <a:ea typeface="Muli"/>
                <a:cs typeface="Muli"/>
                <a:sym typeface="Muli"/>
              </a:defRPr>
            </a:lvl4pPr>
            <a:lvl5pPr rtl="0">
              <a:spcBef>
                <a:spcPts val="0"/>
              </a:spcBef>
              <a:buClr>
                <a:srgbClr val="FFFFFF"/>
              </a:buClr>
              <a:buSzPct val="100000"/>
              <a:buFont typeface="Muli"/>
              <a:defRPr sz="1800">
                <a:solidFill>
                  <a:srgbClr val="FFFFFF"/>
                </a:solidFill>
                <a:latin typeface="Muli"/>
                <a:ea typeface="Muli"/>
                <a:cs typeface="Muli"/>
                <a:sym typeface="Muli"/>
              </a:defRPr>
            </a:lvl5pPr>
            <a:lvl6pPr rtl="0">
              <a:spcBef>
                <a:spcPts val="0"/>
              </a:spcBef>
              <a:buClr>
                <a:srgbClr val="FFFFFF"/>
              </a:buClr>
              <a:buSzPct val="100000"/>
              <a:buFont typeface="Muli"/>
              <a:defRPr sz="1800">
                <a:solidFill>
                  <a:srgbClr val="FFFFFF"/>
                </a:solidFill>
                <a:latin typeface="Muli"/>
                <a:ea typeface="Muli"/>
                <a:cs typeface="Muli"/>
                <a:sym typeface="Muli"/>
              </a:defRPr>
            </a:lvl6pPr>
            <a:lvl7pPr rtl="0">
              <a:spcBef>
                <a:spcPts val="0"/>
              </a:spcBef>
              <a:buClr>
                <a:srgbClr val="FFFFFF"/>
              </a:buClr>
              <a:buSzPct val="100000"/>
              <a:buFont typeface="Muli"/>
              <a:defRPr sz="1800">
                <a:solidFill>
                  <a:srgbClr val="FFFFFF"/>
                </a:solidFill>
                <a:latin typeface="Muli"/>
                <a:ea typeface="Muli"/>
                <a:cs typeface="Muli"/>
                <a:sym typeface="Muli"/>
              </a:defRPr>
            </a:lvl7pPr>
            <a:lvl8pPr rtl="0">
              <a:spcBef>
                <a:spcPts val="0"/>
              </a:spcBef>
              <a:buClr>
                <a:srgbClr val="FFFFFF"/>
              </a:buClr>
              <a:buSzPct val="100000"/>
              <a:buFont typeface="Muli"/>
              <a:defRPr sz="1800">
                <a:solidFill>
                  <a:srgbClr val="FFFFFF"/>
                </a:solidFill>
                <a:latin typeface="Muli"/>
                <a:ea typeface="Muli"/>
                <a:cs typeface="Muli"/>
                <a:sym typeface="Muli"/>
              </a:defRPr>
            </a:lvl8pPr>
            <a:lvl9pPr rtl="0">
              <a:spcBef>
                <a:spcPts val="0"/>
              </a:spcBef>
              <a:buClr>
                <a:srgbClr val="FFFFFF"/>
              </a:buClr>
              <a:buSzPct val="100000"/>
              <a:buFont typeface="Muli"/>
              <a:defRPr sz="1800">
                <a:solidFill>
                  <a:srgbClr val="FFFFFF"/>
                </a:solidFill>
                <a:latin typeface="Muli"/>
                <a:ea typeface="Muli"/>
                <a:cs typeface="Muli"/>
                <a:sym typeface="Mul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3 columns">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Shape 36"/>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37" name="Shape 37"/>
          <p:cNvSpPr/>
          <p:nvPr/>
        </p:nvSpPr>
        <p:spPr>
          <a:xfrm>
            <a:off x="2380350" y="0"/>
            <a:ext cx="6763800"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38" name="Shape 38"/>
          <p:cNvSpPr txBox="1">
            <a:spLocks noGrp="1"/>
          </p:cNvSpPr>
          <p:nvPr>
            <p:ph type="body" idx="1"/>
          </p:nvPr>
        </p:nvSpPr>
        <p:spPr>
          <a:xfrm>
            <a:off x="2902775" y="1538525"/>
            <a:ext cx="1914900" cy="3386999"/>
          </a:xfrm>
          <a:prstGeom prst="rect">
            <a:avLst/>
          </a:prstGeom>
        </p:spPr>
        <p:txBody>
          <a:bodyPr lIns="91425" tIns="91425" rIns="91425" bIns="91425" anchor="t" anchorCtr="0"/>
          <a:lstStyle>
            <a:lvl1pPr rtl="0">
              <a:spcBef>
                <a:spcPts val="0"/>
              </a:spcBef>
              <a:buClr>
                <a:srgbClr val="FFFFFF"/>
              </a:buClr>
              <a:buFont typeface="Muli"/>
              <a:buChar char="➜"/>
              <a:defRPr>
                <a:solidFill>
                  <a:srgbClr val="FFFFFF"/>
                </a:solidFill>
                <a:latin typeface="Muli"/>
                <a:ea typeface="Muli"/>
                <a:cs typeface="Muli"/>
                <a:sym typeface="Muli"/>
              </a:defRPr>
            </a:lvl1pPr>
            <a:lvl2pPr rtl="0">
              <a:spcBef>
                <a:spcPts val="0"/>
              </a:spcBef>
              <a:buClr>
                <a:srgbClr val="FFFFFF"/>
              </a:buClr>
              <a:buFont typeface="Muli"/>
              <a:defRPr>
                <a:solidFill>
                  <a:srgbClr val="FFFFFF"/>
                </a:solidFill>
                <a:latin typeface="Muli"/>
                <a:ea typeface="Muli"/>
                <a:cs typeface="Muli"/>
                <a:sym typeface="Muli"/>
              </a:defRPr>
            </a:lvl2pPr>
            <a:lvl3pPr rtl="0">
              <a:spcBef>
                <a:spcPts val="0"/>
              </a:spcBef>
              <a:buClr>
                <a:srgbClr val="FFFFFF"/>
              </a:buClr>
              <a:buFont typeface="Muli"/>
              <a:defRPr>
                <a:solidFill>
                  <a:srgbClr val="FFFFFF"/>
                </a:solidFill>
                <a:latin typeface="Muli"/>
                <a:ea typeface="Muli"/>
                <a:cs typeface="Muli"/>
                <a:sym typeface="Muli"/>
              </a:defRPr>
            </a:lvl3pPr>
            <a:lvl4pPr rtl="0">
              <a:spcBef>
                <a:spcPts val="0"/>
              </a:spcBef>
              <a:buClr>
                <a:srgbClr val="FFFFFF"/>
              </a:buClr>
              <a:buFont typeface="Muli"/>
              <a:defRPr>
                <a:solidFill>
                  <a:srgbClr val="FFFFFF"/>
                </a:solidFill>
                <a:latin typeface="Muli"/>
                <a:ea typeface="Muli"/>
                <a:cs typeface="Muli"/>
                <a:sym typeface="Muli"/>
              </a:defRPr>
            </a:lvl4pPr>
            <a:lvl5pPr rtl="0">
              <a:spcBef>
                <a:spcPts val="0"/>
              </a:spcBef>
              <a:buClr>
                <a:srgbClr val="FFFFFF"/>
              </a:buClr>
              <a:buFont typeface="Muli"/>
              <a:defRPr>
                <a:solidFill>
                  <a:srgbClr val="FFFFFF"/>
                </a:solidFill>
                <a:latin typeface="Muli"/>
                <a:ea typeface="Muli"/>
                <a:cs typeface="Muli"/>
                <a:sym typeface="Muli"/>
              </a:defRPr>
            </a:lvl5pPr>
            <a:lvl6pPr rtl="0">
              <a:spcBef>
                <a:spcPts val="0"/>
              </a:spcBef>
              <a:buClr>
                <a:srgbClr val="FFFFFF"/>
              </a:buClr>
              <a:buFont typeface="Muli"/>
              <a:defRPr>
                <a:solidFill>
                  <a:srgbClr val="FFFFFF"/>
                </a:solidFill>
                <a:latin typeface="Muli"/>
                <a:ea typeface="Muli"/>
                <a:cs typeface="Muli"/>
                <a:sym typeface="Muli"/>
              </a:defRPr>
            </a:lvl6pPr>
            <a:lvl7pPr rtl="0">
              <a:spcBef>
                <a:spcPts val="0"/>
              </a:spcBef>
              <a:buClr>
                <a:srgbClr val="FFFFFF"/>
              </a:buClr>
              <a:buFont typeface="Muli"/>
              <a:defRPr>
                <a:solidFill>
                  <a:srgbClr val="FFFFFF"/>
                </a:solidFill>
                <a:latin typeface="Muli"/>
                <a:ea typeface="Muli"/>
                <a:cs typeface="Muli"/>
                <a:sym typeface="Muli"/>
              </a:defRPr>
            </a:lvl7pPr>
            <a:lvl8pPr rtl="0">
              <a:spcBef>
                <a:spcPts val="0"/>
              </a:spcBef>
              <a:buClr>
                <a:srgbClr val="FFFFFF"/>
              </a:buClr>
              <a:buFont typeface="Muli"/>
              <a:defRPr>
                <a:solidFill>
                  <a:srgbClr val="FFFFFF"/>
                </a:solidFill>
                <a:latin typeface="Muli"/>
                <a:ea typeface="Muli"/>
                <a:cs typeface="Muli"/>
                <a:sym typeface="Muli"/>
              </a:defRPr>
            </a:lvl8pPr>
            <a:lvl9pPr rtl="0">
              <a:spcBef>
                <a:spcPts val="0"/>
              </a:spcBef>
              <a:buClr>
                <a:srgbClr val="FFFFFF"/>
              </a:buClr>
              <a:buFont typeface="Muli"/>
              <a:defRPr>
                <a:solidFill>
                  <a:srgbClr val="FFFFFF"/>
                </a:solidFill>
                <a:latin typeface="Muli"/>
                <a:ea typeface="Muli"/>
                <a:cs typeface="Muli"/>
                <a:sym typeface="Muli"/>
              </a:defRPr>
            </a:lvl9pPr>
          </a:lstStyle>
          <a:p>
            <a:endParaRPr/>
          </a:p>
        </p:txBody>
      </p:sp>
      <p:sp>
        <p:nvSpPr>
          <p:cNvPr id="39" name="Shape 39"/>
          <p:cNvSpPr txBox="1">
            <a:spLocks noGrp="1"/>
          </p:cNvSpPr>
          <p:nvPr>
            <p:ph type="body" idx="2"/>
          </p:nvPr>
        </p:nvSpPr>
        <p:spPr>
          <a:xfrm>
            <a:off x="2902775" y="1009200"/>
            <a:ext cx="5718600" cy="3125100"/>
          </a:xfrm>
          <a:prstGeom prst="rect">
            <a:avLst/>
          </a:prstGeom>
        </p:spPr>
        <p:txBody>
          <a:bodyPr lIns="91425" tIns="91425" rIns="91425" bIns="91425" anchor="t" anchorCtr="0"/>
          <a:lstStyle>
            <a:lvl1pPr rtl="0">
              <a:lnSpc>
                <a:spcPct val="90000"/>
              </a:lnSpc>
              <a:spcBef>
                <a:spcPts val="0"/>
              </a:spcBef>
              <a:buSzPct val="100000"/>
              <a:defRPr sz="1400">
                <a:solidFill>
                  <a:schemeClr val="lt1"/>
                </a:solidFill>
              </a:defRPr>
            </a:lvl1pPr>
            <a:lvl2pPr rtl="0">
              <a:spcBef>
                <a:spcPts val="0"/>
              </a:spcBef>
              <a:buSzPct val="100000"/>
              <a:buChar char="◆"/>
              <a:defRPr sz="1400"/>
            </a:lvl2pPr>
            <a:lvl3pPr rtl="0">
              <a:spcBef>
                <a:spcPts val="0"/>
              </a:spcBef>
              <a:buSzPct val="100000"/>
              <a:buChar char="●"/>
              <a:defRPr sz="1400"/>
            </a:lvl3pPr>
            <a:lvl4pPr rtl="0">
              <a:spcBef>
                <a:spcPts val="0"/>
              </a:spcBef>
              <a:buSzPct val="100000"/>
              <a:buChar char="○"/>
              <a:defRPr sz="1400"/>
            </a:lvl4pPr>
            <a:lvl5pPr rtl="0">
              <a:spcBef>
                <a:spcPts val="0"/>
              </a:spcBef>
              <a:buSzPct val="100000"/>
              <a:buChar char="◆"/>
              <a:defRPr sz="1400"/>
            </a:lvl5pPr>
            <a:lvl6pPr rtl="0">
              <a:spcBef>
                <a:spcPts val="0"/>
              </a:spcBef>
              <a:buSzPct val="100000"/>
              <a:buChar char="●"/>
              <a:defRPr sz="1400"/>
            </a:lvl6pPr>
            <a:lvl7pPr rtl="0">
              <a:spcBef>
                <a:spcPts val="0"/>
              </a:spcBef>
              <a:buSzPct val="100000"/>
              <a:buChar char="○"/>
              <a:defRPr sz="1400"/>
            </a:lvl7pPr>
            <a:lvl8pPr rtl="0">
              <a:spcBef>
                <a:spcPts val="0"/>
              </a:spcBef>
              <a:buSzPct val="100000"/>
              <a:buChar char="◆"/>
              <a:defRPr sz="1400"/>
            </a:lvl8pPr>
            <a:lvl9pPr rtl="0">
              <a:spcBef>
                <a:spcPts val="0"/>
              </a:spcBef>
              <a:buSzPct val="100000"/>
              <a:buChar char="●"/>
              <a:defRPr sz="1400"/>
            </a:lvl9pPr>
          </a:lstStyle>
          <a:p>
            <a:endParaRPr/>
          </a:p>
        </p:txBody>
      </p:sp>
      <p:sp>
        <p:nvSpPr>
          <p:cNvPr id="40" name="Shape 40"/>
          <p:cNvSpPr txBox="1">
            <a:spLocks noGrp="1"/>
          </p:cNvSpPr>
          <p:nvPr>
            <p:ph type="body" idx="3"/>
          </p:nvPr>
        </p:nvSpPr>
        <p:spPr>
          <a:xfrm>
            <a:off x="6929053" y="1538525"/>
            <a:ext cx="1914900" cy="3386999"/>
          </a:xfrm>
          <a:prstGeom prst="rect">
            <a:avLst/>
          </a:prstGeom>
        </p:spPr>
        <p:txBody>
          <a:bodyPr lIns="91425" tIns="91425" rIns="91425" bIns="91425" anchor="t" anchorCtr="0"/>
          <a:lstStyle>
            <a:lvl1pPr rtl="0">
              <a:spcBef>
                <a:spcPts val="0"/>
              </a:spcBef>
              <a:buClr>
                <a:srgbClr val="FFFFFF"/>
              </a:buClr>
              <a:buFont typeface="Muli"/>
              <a:buChar char="➜"/>
              <a:defRPr>
                <a:solidFill>
                  <a:srgbClr val="FFFFFF"/>
                </a:solidFill>
                <a:latin typeface="Muli"/>
                <a:ea typeface="Muli"/>
                <a:cs typeface="Muli"/>
                <a:sym typeface="Muli"/>
              </a:defRPr>
            </a:lvl1pPr>
            <a:lvl2pPr rtl="0">
              <a:spcBef>
                <a:spcPts val="0"/>
              </a:spcBef>
              <a:buClr>
                <a:srgbClr val="FFFFFF"/>
              </a:buClr>
              <a:buFont typeface="Muli"/>
              <a:defRPr>
                <a:solidFill>
                  <a:srgbClr val="FFFFFF"/>
                </a:solidFill>
                <a:latin typeface="Muli"/>
                <a:ea typeface="Muli"/>
                <a:cs typeface="Muli"/>
                <a:sym typeface="Muli"/>
              </a:defRPr>
            </a:lvl2pPr>
            <a:lvl3pPr rtl="0">
              <a:spcBef>
                <a:spcPts val="0"/>
              </a:spcBef>
              <a:buClr>
                <a:srgbClr val="FFFFFF"/>
              </a:buClr>
              <a:buFont typeface="Muli"/>
              <a:defRPr>
                <a:solidFill>
                  <a:srgbClr val="FFFFFF"/>
                </a:solidFill>
                <a:latin typeface="Muli"/>
                <a:ea typeface="Muli"/>
                <a:cs typeface="Muli"/>
                <a:sym typeface="Muli"/>
              </a:defRPr>
            </a:lvl3pPr>
            <a:lvl4pPr rtl="0">
              <a:spcBef>
                <a:spcPts val="0"/>
              </a:spcBef>
              <a:buClr>
                <a:srgbClr val="FFFFFF"/>
              </a:buClr>
              <a:buFont typeface="Muli"/>
              <a:defRPr>
                <a:solidFill>
                  <a:srgbClr val="FFFFFF"/>
                </a:solidFill>
                <a:latin typeface="Muli"/>
                <a:ea typeface="Muli"/>
                <a:cs typeface="Muli"/>
                <a:sym typeface="Muli"/>
              </a:defRPr>
            </a:lvl4pPr>
            <a:lvl5pPr rtl="0">
              <a:spcBef>
                <a:spcPts val="0"/>
              </a:spcBef>
              <a:buClr>
                <a:srgbClr val="FFFFFF"/>
              </a:buClr>
              <a:buFont typeface="Muli"/>
              <a:defRPr>
                <a:solidFill>
                  <a:srgbClr val="FFFFFF"/>
                </a:solidFill>
                <a:latin typeface="Muli"/>
                <a:ea typeface="Muli"/>
                <a:cs typeface="Muli"/>
                <a:sym typeface="Muli"/>
              </a:defRPr>
            </a:lvl5pPr>
            <a:lvl6pPr rtl="0">
              <a:spcBef>
                <a:spcPts val="0"/>
              </a:spcBef>
              <a:buClr>
                <a:srgbClr val="FFFFFF"/>
              </a:buClr>
              <a:buFont typeface="Muli"/>
              <a:defRPr>
                <a:solidFill>
                  <a:srgbClr val="FFFFFF"/>
                </a:solidFill>
                <a:latin typeface="Muli"/>
                <a:ea typeface="Muli"/>
                <a:cs typeface="Muli"/>
                <a:sym typeface="Muli"/>
              </a:defRPr>
            </a:lvl6pPr>
            <a:lvl7pPr rtl="0">
              <a:spcBef>
                <a:spcPts val="0"/>
              </a:spcBef>
              <a:buClr>
                <a:srgbClr val="FFFFFF"/>
              </a:buClr>
              <a:buFont typeface="Muli"/>
              <a:defRPr>
                <a:solidFill>
                  <a:srgbClr val="FFFFFF"/>
                </a:solidFill>
                <a:latin typeface="Muli"/>
                <a:ea typeface="Muli"/>
                <a:cs typeface="Muli"/>
                <a:sym typeface="Muli"/>
              </a:defRPr>
            </a:lvl7pPr>
            <a:lvl8pPr rtl="0">
              <a:spcBef>
                <a:spcPts val="0"/>
              </a:spcBef>
              <a:buClr>
                <a:srgbClr val="FFFFFF"/>
              </a:buClr>
              <a:buFont typeface="Muli"/>
              <a:defRPr>
                <a:solidFill>
                  <a:srgbClr val="FFFFFF"/>
                </a:solidFill>
                <a:latin typeface="Muli"/>
                <a:ea typeface="Muli"/>
                <a:cs typeface="Muli"/>
                <a:sym typeface="Muli"/>
              </a:defRPr>
            </a:lvl8pPr>
            <a:lvl9pPr rtl="0">
              <a:spcBef>
                <a:spcPts val="0"/>
              </a:spcBef>
              <a:buClr>
                <a:srgbClr val="FFFFFF"/>
              </a:buClr>
              <a:buFont typeface="Muli"/>
              <a:defRPr>
                <a:solidFill>
                  <a:srgbClr val="FFFFFF"/>
                </a:solidFill>
                <a:latin typeface="Muli"/>
                <a:ea typeface="Muli"/>
                <a:cs typeface="Muli"/>
                <a:sym typeface="Muli"/>
              </a:defRPr>
            </a:lvl9pPr>
          </a:lstStyle>
          <a:p>
            <a:endParaRPr/>
          </a:p>
        </p:txBody>
      </p:sp>
      <p:sp>
        <p:nvSpPr>
          <p:cNvPr id="41" name="Shape 41"/>
          <p:cNvSpPr txBox="1">
            <a:spLocks noGrp="1"/>
          </p:cNvSpPr>
          <p:nvPr>
            <p:ph type="title"/>
          </p:nvPr>
        </p:nvSpPr>
        <p:spPr>
          <a:xfrm>
            <a:off x="2902775" y="302375"/>
            <a:ext cx="5718600" cy="503099"/>
          </a:xfrm>
          <a:prstGeom prst="rect">
            <a:avLst/>
          </a:prstGeom>
        </p:spPr>
        <p:txBody>
          <a:bodyPr lIns="91425" tIns="91425" rIns="91425" bIns="91425" anchor="t" anchorCtr="0"/>
          <a:lstStyle>
            <a:lvl1pPr rtl="0">
              <a:spcBef>
                <a:spcPts val="0"/>
              </a:spcBef>
              <a:buNone/>
              <a:defRPr sz="1800" b="1">
                <a:solidFill>
                  <a:srgbClr val="FFFFFF"/>
                </a:solidFill>
                <a:latin typeface="Muli"/>
                <a:ea typeface="Muli"/>
                <a:cs typeface="Muli"/>
                <a:sym typeface="Muli"/>
              </a:defRPr>
            </a:lvl1pPr>
            <a:lvl2pPr rtl="0">
              <a:spcBef>
                <a:spcPts val="0"/>
              </a:spcBef>
              <a:buNone/>
              <a:defRPr sz="1800" b="1">
                <a:solidFill>
                  <a:srgbClr val="FFFFFF"/>
                </a:solidFill>
                <a:latin typeface="Muli"/>
                <a:ea typeface="Muli"/>
                <a:cs typeface="Muli"/>
                <a:sym typeface="Muli"/>
              </a:defRPr>
            </a:lvl2pPr>
            <a:lvl3pPr rtl="0">
              <a:spcBef>
                <a:spcPts val="0"/>
              </a:spcBef>
              <a:buNone/>
              <a:defRPr sz="1800" b="1">
                <a:solidFill>
                  <a:srgbClr val="FFFFFF"/>
                </a:solidFill>
                <a:latin typeface="Muli"/>
                <a:ea typeface="Muli"/>
                <a:cs typeface="Muli"/>
                <a:sym typeface="Muli"/>
              </a:defRPr>
            </a:lvl3pPr>
            <a:lvl4pPr rtl="0">
              <a:spcBef>
                <a:spcPts val="0"/>
              </a:spcBef>
              <a:buNone/>
              <a:defRPr sz="1800" b="1">
                <a:solidFill>
                  <a:srgbClr val="FFFFFF"/>
                </a:solidFill>
                <a:latin typeface="Muli"/>
                <a:ea typeface="Muli"/>
                <a:cs typeface="Muli"/>
                <a:sym typeface="Muli"/>
              </a:defRPr>
            </a:lvl4pPr>
            <a:lvl5pPr rtl="0">
              <a:spcBef>
                <a:spcPts val="0"/>
              </a:spcBef>
              <a:buNone/>
              <a:defRPr sz="1800" b="1">
                <a:solidFill>
                  <a:srgbClr val="FFFFFF"/>
                </a:solidFill>
                <a:latin typeface="Muli"/>
                <a:ea typeface="Muli"/>
                <a:cs typeface="Muli"/>
                <a:sym typeface="Muli"/>
              </a:defRPr>
            </a:lvl5pPr>
            <a:lvl6pPr rtl="0">
              <a:spcBef>
                <a:spcPts val="0"/>
              </a:spcBef>
              <a:buNone/>
              <a:defRPr sz="1800" b="1">
                <a:solidFill>
                  <a:srgbClr val="FFFFFF"/>
                </a:solidFill>
                <a:latin typeface="Muli"/>
                <a:ea typeface="Muli"/>
                <a:cs typeface="Muli"/>
                <a:sym typeface="Muli"/>
              </a:defRPr>
            </a:lvl6pPr>
            <a:lvl7pPr rtl="0">
              <a:spcBef>
                <a:spcPts val="0"/>
              </a:spcBef>
              <a:buNone/>
              <a:defRPr sz="1800" b="1">
                <a:solidFill>
                  <a:srgbClr val="FFFFFF"/>
                </a:solidFill>
                <a:latin typeface="Muli"/>
                <a:ea typeface="Muli"/>
                <a:cs typeface="Muli"/>
                <a:sym typeface="Muli"/>
              </a:defRPr>
            </a:lvl7pPr>
            <a:lvl8pPr rtl="0">
              <a:spcBef>
                <a:spcPts val="0"/>
              </a:spcBef>
              <a:buNone/>
              <a:defRPr sz="1800" b="1">
                <a:solidFill>
                  <a:srgbClr val="FFFFFF"/>
                </a:solidFill>
                <a:latin typeface="Muli"/>
                <a:ea typeface="Muli"/>
                <a:cs typeface="Muli"/>
                <a:sym typeface="Muli"/>
              </a:defRPr>
            </a:lvl8pPr>
            <a:lvl9pPr rtl="0">
              <a:spcBef>
                <a:spcPts val="0"/>
              </a:spcBef>
              <a:buNone/>
              <a:defRPr sz="1800" b="1">
                <a:solidFill>
                  <a:srgbClr val="FFFFFF"/>
                </a:solidFill>
                <a:latin typeface="Muli"/>
                <a:ea typeface="Muli"/>
                <a:cs typeface="Muli"/>
                <a:sym typeface="Mul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Shape 43"/>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44" name="Shape 44"/>
          <p:cNvSpPr/>
          <p:nvPr/>
        </p:nvSpPr>
        <p:spPr>
          <a:xfrm>
            <a:off x="1190100" y="0"/>
            <a:ext cx="6763800" cy="857400"/>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45" name="Shape 45"/>
          <p:cNvSpPr txBox="1">
            <a:spLocks noGrp="1"/>
          </p:cNvSpPr>
          <p:nvPr>
            <p:ph type="title"/>
          </p:nvPr>
        </p:nvSpPr>
        <p:spPr>
          <a:xfrm>
            <a:off x="1190100" y="302375"/>
            <a:ext cx="6763800" cy="503099"/>
          </a:xfrm>
          <a:prstGeom prst="rect">
            <a:avLst/>
          </a:prstGeom>
        </p:spPr>
        <p:txBody>
          <a:bodyPr lIns="91425" tIns="91425" rIns="91425" bIns="91425" anchor="t" anchorCtr="0"/>
          <a:lstStyle>
            <a:lvl1pPr algn="ctr" rtl="0">
              <a:spcBef>
                <a:spcPts val="0"/>
              </a:spcBef>
              <a:buNone/>
              <a:defRPr sz="1800" b="1">
                <a:solidFill>
                  <a:srgbClr val="FFFFFF"/>
                </a:solidFill>
                <a:latin typeface="Muli"/>
                <a:ea typeface="Muli"/>
                <a:cs typeface="Muli"/>
                <a:sym typeface="Muli"/>
              </a:defRPr>
            </a:lvl1pPr>
            <a:lvl2pPr algn="ctr" rtl="0">
              <a:spcBef>
                <a:spcPts val="0"/>
              </a:spcBef>
              <a:buNone/>
              <a:defRPr sz="1800" b="1">
                <a:solidFill>
                  <a:srgbClr val="FFFFFF"/>
                </a:solidFill>
                <a:latin typeface="Muli"/>
                <a:ea typeface="Muli"/>
                <a:cs typeface="Muli"/>
                <a:sym typeface="Muli"/>
              </a:defRPr>
            </a:lvl2pPr>
            <a:lvl3pPr algn="ctr" rtl="0">
              <a:spcBef>
                <a:spcPts val="0"/>
              </a:spcBef>
              <a:buNone/>
              <a:defRPr sz="1800" b="1">
                <a:solidFill>
                  <a:srgbClr val="FFFFFF"/>
                </a:solidFill>
                <a:latin typeface="Muli"/>
                <a:ea typeface="Muli"/>
                <a:cs typeface="Muli"/>
                <a:sym typeface="Muli"/>
              </a:defRPr>
            </a:lvl3pPr>
            <a:lvl4pPr algn="ctr" rtl="0">
              <a:spcBef>
                <a:spcPts val="0"/>
              </a:spcBef>
              <a:buNone/>
              <a:defRPr sz="1800" b="1">
                <a:solidFill>
                  <a:srgbClr val="FFFFFF"/>
                </a:solidFill>
                <a:latin typeface="Muli"/>
                <a:ea typeface="Muli"/>
                <a:cs typeface="Muli"/>
                <a:sym typeface="Muli"/>
              </a:defRPr>
            </a:lvl4pPr>
            <a:lvl5pPr algn="ctr" rtl="0">
              <a:spcBef>
                <a:spcPts val="0"/>
              </a:spcBef>
              <a:buNone/>
              <a:defRPr sz="1800" b="1">
                <a:solidFill>
                  <a:srgbClr val="FFFFFF"/>
                </a:solidFill>
                <a:latin typeface="Muli"/>
                <a:ea typeface="Muli"/>
                <a:cs typeface="Muli"/>
                <a:sym typeface="Muli"/>
              </a:defRPr>
            </a:lvl5pPr>
            <a:lvl6pPr algn="ctr" rtl="0">
              <a:spcBef>
                <a:spcPts val="0"/>
              </a:spcBef>
              <a:buNone/>
              <a:defRPr sz="1800" b="1">
                <a:solidFill>
                  <a:srgbClr val="FFFFFF"/>
                </a:solidFill>
                <a:latin typeface="Muli"/>
                <a:ea typeface="Muli"/>
                <a:cs typeface="Muli"/>
                <a:sym typeface="Muli"/>
              </a:defRPr>
            </a:lvl6pPr>
            <a:lvl7pPr algn="ctr" rtl="0">
              <a:spcBef>
                <a:spcPts val="0"/>
              </a:spcBef>
              <a:buNone/>
              <a:defRPr sz="1800" b="1">
                <a:solidFill>
                  <a:srgbClr val="FFFFFF"/>
                </a:solidFill>
                <a:latin typeface="Muli"/>
                <a:ea typeface="Muli"/>
                <a:cs typeface="Muli"/>
                <a:sym typeface="Muli"/>
              </a:defRPr>
            </a:lvl7pPr>
            <a:lvl8pPr algn="ctr" rtl="0">
              <a:spcBef>
                <a:spcPts val="0"/>
              </a:spcBef>
              <a:buNone/>
              <a:defRPr sz="1800" b="1">
                <a:solidFill>
                  <a:srgbClr val="FFFFFF"/>
                </a:solidFill>
                <a:latin typeface="Muli"/>
                <a:ea typeface="Muli"/>
                <a:cs typeface="Muli"/>
                <a:sym typeface="Muli"/>
              </a:defRPr>
            </a:lvl8pPr>
            <a:lvl9pPr algn="ctr" rtl="0">
              <a:spcBef>
                <a:spcPts val="0"/>
              </a:spcBef>
              <a:buNone/>
              <a:defRPr sz="1800" b="1">
                <a:solidFill>
                  <a:srgbClr val="FFFFFF"/>
                </a:solidFill>
                <a:latin typeface="Muli"/>
                <a:ea typeface="Muli"/>
                <a:cs typeface="Muli"/>
                <a:sym typeface="Mul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Shape 47"/>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48" name="Shape 48"/>
          <p:cNvSpPr/>
          <p:nvPr/>
        </p:nvSpPr>
        <p:spPr>
          <a:xfrm>
            <a:off x="1190100" y="4470400"/>
            <a:ext cx="6763800" cy="6731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49" name="Shape 49"/>
          <p:cNvSpPr txBox="1">
            <a:spLocks noGrp="1"/>
          </p:cNvSpPr>
          <p:nvPr>
            <p:ph type="body" idx="1"/>
          </p:nvPr>
        </p:nvSpPr>
        <p:spPr>
          <a:xfrm>
            <a:off x="1190100" y="4470500"/>
            <a:ext cx="6763800" cy="673199"/>
          </a:xfrm>
          <a:prstGeom prst="rect">
            <a:avLst/>
          </a:prstGeom>
        </p:spPr>
        <p:txBody>
          <a:bodyPr lIns="91425" tIns="91425" rIns="91425" bIns="91425" anchor="ctr" anchorCtr="0"/>
          <a:lstStyle>
            <a:lvl1pPr algn="ctr">
              <a:spcBef>
                <a:spcPts val="360"/>
              </a:spcBef>
              <a:buClr>
                <a:srgbClr val="FFFFFF"/>
              </a:buClr>
              <a:buFont typeface="Muli"/>
              <a:buNone/>
              <a:defRPr>
                <a:solidFill>
                  <a:srgbClr val="FFFFFF"/>
                </a:solidFill>
                <a:latin typeface="Muli"/>
                <a:ea typeface="Muli"/>
                <a:cs typeface="Muli"/>
                <a:sym typeface="Muli"/>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bg>
      <p:bgPr>
        <a:solidFill>
          <a:srgbClr val="FFFFFF"/>
        </a:solidFill>
        <a:effectLst/>
      </p:bgPr>
    </p:bg>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2902950" y="1509475"/>
            <a:ext cx="5718600" cy="3125100"/>
          </a:xfrm>
          <a:prstGeom prst="rect">
            <a:avLst/>
          </a:prstGeom>
          <a:noFill/>
          <a:ln>
            <a:noFill/>
          </a:ln>
        </p:spPr>
        <p:txBody>
          <a:bodyPr lIns="91425" tIns="91425" rIns="91425" bIns="91425" anchor="t" anchorCtr="0"/>
          <a:lstStyle>
            <a:lvl1pPr rtl="0">
              <a:spcBef>
                <a:spcPts val="0"/>
              </a:spcBef>
              <a:buClr>
                <a:srgbClr val="FFFFFF"/>
              </a:buClr>
              <a:buSzPct val="83333"/>
              <a:buFont typeface="Muli"/>
              <a:buChar char="➜"/>
              <a:defRPr sz="2400">
                <a:solidFill>
                  <a:srgbClr val="FFFFFF"/>
                </a:solidFill>
                <a:latin typeface="Muli"/>
                <a:ea typeface="Muli"/>
                <a:cs typeface="Muli"/>
                <a:sym typeface="Muli"/>
              </a:defRPr>
            </a:lvl1pPr>
            <a:lvl2pPr rtl="0">
              <a:spcBef>
                <a:spcPts val="0"/>
              </a:spcBef>
              <a:buClr>
                <a:srgbClr val="FFFFFF"/>
              </a:buClr>
              <a:buSzPct val="75000"/>
              <a:buFont typeface="Muli"/>
              <a:defRPr sz="2400">
                <a:solidFill>
                  <a:srgbClr val="FFFFFF"/>
                </a:solidFill>
                <a:latin typeface="Muli"/>
                <a:ea typeface="Muli"/>
                <a:cs typeface="Muli"/>
                <a:sym typeface="Muli"/>
              </a:defRPr>
            </a:lvl2pPr>
            <a:lvl3pPr rtl="0">
              <a:spcBef>
                <a:spcPts val="0"/>
              </a:spcBef>
              <a:buClr>
                <a:srgbClr val="FFFFFF"/>
              </a:buClr>
              <a:buSzPct val="100000"/>
              <a:buFont typeface="Muli"/>
              <a:defRPr sz="2400">
                <a:solidFill>
                  <a:srgbClr val="FFFFFF"/>
                </a:solidFill>
                <a:latin typeface="Muli"/>
                <a:ea typeface="Muli"/>
                <a:cs typeface="Muli"/>
                <a:sym typeface="Muli"/>
              </a:defRPr>
            </a:lvl3pPr>
            <a:lvl4pPr rtl="0">
              <a:spcBef>
                <a:spcPts val="0"/>
              </a:spcBef>
              <a:buClr>
                <a:srgbClr val="FFFFFF"/>
              </a:buClr>
              <a:buSzPct val="100000"/>
              <a:buFont typeface="Muli"/>
              <a:defRPr sz="2400">
                <a:solidFill>
                  <a:srgbClr val="FFFFFF"/>
                </a:solidFill>
                <a:latin typeface="Muli"/>
                <a:ea typeface="Muli"/>
                <a:cs typeface="Muli"/>
                <a:sym typeface="Muli"/>
              </a:defRPr>
            </a:lvl4pPr>
            <a:lvl5pPr rtl="0">
              <a:spcBef>
                <a:spcPts val="0"/>
              </a:spcBef>
              <a:buClr>
                <a:srgbClr val="FFFFFF"/>
              </a:buClr>
              <a:buSzPct val="100000"/>
              <a:buFont typeface="Muli"/>
              <a:defRPr sz="2400">
                <a:solidFill>
                  <a:srgbClr val="FFFFFF"/>
                </a:solidFill>
                <a:latin typeface="Muli"/>
                <a:ea typeface="Muli"/>
                <a:cs typeface="Muli"/>
                <a:sym typeface="Muli"/>
              </a:defRPr>
            </a:lvl5pPr>
            <a:lvl6pPr rtl="0">
              <a:spcBef>
                <a:spcPts val="0"/>
              </a:spcBef>
              <a:buClr>
                <a:srgbClr val="FFFFFF"/>
              </a:buClr>
              <a:buSzPct val="100000"/>
              <a:buFont typeface="Muli"/>
              <a:defRPr sz="2400">
                <a:solidFill>
                  <a:srgbClr val="FFFFFF"/>
                </a:solidFill>
                <a:latin typeface="Muli"/>
                <a:ea typeface="Muli"/>
                <a:cs typeface="Muli"/>
                <a:sym typeface="Muli"/>
              </a:defRPr>
            </a:lvl6pPr>
            <a:lvl7pPr rtl="0">
              <a:spcBef>
                <a:spcPts val="0"/>
              </a:spcBef>
              <a:buClr>
                <a:srgbClr val="FFFFFF"/>
              </a:buClr>
              <a:buSzPct val="100000"/>
              <a:buFont typeface="Muli"/>
              <a:defRPr sz="2400">
                <a:solidFill>
                  <a:srgbClr val="FFFFFF"/>
                </a:solidFill>
                <a:latin typeface="Muli"/>
                <a:ea typeface="Muli"/>
                <a:cs typeface="Muli"/>
                <a:sym typeface="Muli"/>
              </a:defRPr>
            </a:lvl7pPr>
            <a:lvl8pPr rtl="0">
              <a:spcBef>
                <a:spcPts val="0"/>
              </a:spcBef>
              <a:buClr>
                <a:srgbClr val="FFFFFF"/>
              </a:buClr>
              <a:buSzPct val="100000"/>
              <a:buFont typeface="Muli"/>
              <a:defRPr sz="2400">
                <a:solidFill>
                  <a:srgbClr val="FFFFFF"/>
                </a:solidFill>
                <a:latin typeface="Muli"/>
                <a:ea typeface="Muli"/>
                <a:cs typeface="Muli"/>
                <a:sym typeface="Muli"/>
              </a:defRPr>
            </a:lvl8pPr>
            <a:lvl9pPr rtl="0">
              <a:spcBef>
                <a:spcPts val="0"/>
              </a:spcBef>
              <a:buClr>
                <a:srgbClr val="FFFFFF"/>
              </a:buClr>
              <a:buSzPct val="100000"/>
              <a:buFont typeface="Muli"/>
              <a:defRPr sz="2400">
                <a:solidFill>
                  <a:srgbClr val="FFFFFF"/>
                </a:solidFill>
                <a:latin typeface="Muli"/>
                <a:ea typeface="Muli"/>
                <a:cs typeface="Muli"/>
                <a:sym typeface="Muli"/>
              </a:defRPr>
            </a:lvl9pPr>
          </a:lstStyle>
          <a:p>
            <a:endParaRPr/>
          </a:p>
        </p:txBody>
      </p:sp>
      <p:sp>
        <p:nvSpPr>
          <p:cNvPr id="6" name="Shape 6"/>
          <p:cNvSpPr txBox="1">
            <a:spLocks noGrp="1"/>
          </p:cNvSpPr>
          <p:nvPr>
            <p:ph type="title"/>
          </p:nvPr>
        </p:nvSpPr>
        <p:spPr>
          <a:xfrm>
            <a:off x="2902775" y="302375"/>
            <a:ext cx="5718600" cy="503099"/>
          </a:xfrm>
          <a:prstGeom prst="rect">
            <a:avLst/>
          </a:prstGeom>
          <a:noFill/>
          <a:ln>
            <a:noFill/>
          </a:ln>
        </p:spPr>
        <p:txBody>
          <a:bodyPr lIns="91425" tIns="91425" rIns="91425" bIns="91425" anchor="t" anchorCtr="0"/>
          <a:lstStyle>
            <a:lvl1pPr rtl="0">
              <a:spcBef>
                <a:spcPts val="0"/>
              </a:spcBef>
              <a:buNone/>
              <a:defRPr sz="1800" b="1">
                <a:solidFill>
                  <a:srgbClr val="FFFFFF"/>
                </a:solidFill>
                <a:latin typeface="Muli"/>
                <a:ea typeface="Muli"/>
                <a:cs typeface="Muli"/>
                <a:sym typeface="Muli"/>
              </a:defRPr>
            </a:lvl1pPr>
            <a:lvl2pPr rtl="0">
              <a:spcBef>
                <a:spcPts val="0"/>
              </a:spcBef>
              <a:buNone/>
              <a:defRPr sz="1800" b="1">
                <a:solidFill>
                  <a:srgbClr val="FFFFFF"/>
                </a:solidFill>
                <a:latin typeface="Muli"/>
                <a:ea typeface="Muli"/>
                <a:cs typeface="Muli"/>
                <a:sym typeface="Muli"/>
              </a:defRPr>
            </a:lvl2pPr>
            <a:lvl3pPr rtl="0">
              <a:spcBef>
                <a:spcPts val="0"/>
              </a:spcBef>
              <a:buNone/>
              <a:defRPr sz="1800" b="1">
                <a:solidFill>
                  <a:srgbClr val="FFFFFF"/>
                </a:solidFill>
                <a:latin typeface="Muli"/>
                <a:ea typeface="Muli"/>
                <a:cs typeface="Muli"/>
                <a:sym typeface="Muli"/>
              </a:defRPr>
            </a:lvl3pPr>
            <a:lvl4pPr rtl="0">
              <a:spcBef>
                <a:spcPts val="0"/>
              </a:spcBef>
              <a:buNone/>
              <a:defRPr sz="1800" b="1">
                <a:solidFill>
                  <a:srgbClr val="FFFFFF"/>
                </a:solidFill>
                <a:latin typeface="Muli"/>
                <a:ea typeface="Muli"/>
                <a:cs typeface="Muli"/>
                <a:sym typeface="Muli"/>
              </a:defRPr>
            </a:lvl4pPr>
            <a:lvl5pPr rtl="0">
              <a:spcBef>
                <a:spcPts val="0"/>
              </a:spcBef>
              <a:buNone/>
              <a:defRPr sz="1800" b="1">
                <a:solidFill>
                  <a:srgbClr val="FFFFFF"/>
                </a:solidFill>
                <a:latin typeface="Muli"/>
                <a:ea typeface="Muli"/>
                <a:cs typeface="Muli"/>
                <a:sym typeface="Muli"/>
              </a:defRPr>
            </a:lvl5pPr>
            <a:lvl6pPr rtl="0">
              <a:spcBef>
                <a:spcPts val="0"/>
              </a:spcBef>
              <a:buNone/>
              <a:defRPr sz="1800" b="1">
                <a:solidFill>
                  <a:srgbClr val="FFFFFF"/>
                </a:solidFill>
                <a:latin typeface="Muli"/>
                <a:ea typeface="Muli"/>
                <a:cs typeface="Muli"/>
                <a:sym typeface="Muli"/>
              </a:defRPr>
            </a:lvl6pPr>
            <a:lvl7pPr rtl="0">
              <a:spcBef>
                <a:spcPts val="0"/>
              </a:spcBef>
              <a:buNone/>
              <a:defRPr sz="1800" b="1">
                <a:solidFill>
                  <a:srgbClr val="FFFFFF"/>
                </a:solidFill>
                <a:latin typeface="Muli"/>
                <a:ea typeface="Muli"/>
                <a:cs typeface="Muli"/>
                <a:sym typeface="Muli"/>
              </a:defRPr>
            </a:lvl7pPr>
            <a:lvl8pPr rtl="0">
              <a:spcBef>
                <a:spcPts val="0"/>
              </a:spcBef>
              <a:buNone/>
              <a:defRPr sz="1800" b="1">
                <a:solidFill>
                  <a:srgbClr val="FFFFFF"/>
                </a:solidFill>
                <a:latin typeface="Muli"/>
                <a:ea typeface="Muli"/>
                <a:cs typeface="Muli"/>
                <a:sym typeface="Muli"/>
              </a:defRPr>
            </a:lvl8pPr>
            <a:lvl9pPr>
              <a:spcBef>
                <a:spcPts val="0"/>
              </a:spcBef>
              <a:buNone/>
              <a:defRPr sz="1800" b="1">
                <a:solidFill>
                  <a:srgbClr val="FFFFFF"/>
                </a:solidFill>
                <a:latin typeface="Muli"/>
                <a:ea typeface="Muli"/>
                <a:cs typeface="Muli"/>
                <a:sym typeface="Mul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3.jp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
        <p:cNvGrpSpPr/>
        <p:nvPr/>
      </p:nvGrpSpPr>
      <p:grpSpPr>
        <a:xfrm>
          <a:off x="0" y="0"/>
          <a:ext cx="0" cy="0"/>
          <a:chOff x="0" y="0"/>
          <a:chExt cx="0" cy="0"/>
        </a:xfrm>
      </p:grpSpPr>
      <p:sp>
        <p:nvSpPr>
          <p:cNvPr id="52" name="Shape 52"/>
          <p:cNvSpPr txBox="1">
            <a:spLocks noGrp="1"/>
          </p:cNvSpPr>
          <p:nvPr>
            <p:ph type="subTitle" idx="4294967295"/>
          </p:nvPr>
        </p:nvSpPr>
        <p:spPr>
          <a:xfrm>
            <a:off x="6745950" y="3617250"/>
            <a:ext cx="2352900" cy="1469400"/>
          </a:xfrm>
          <a:prstGeom prst="rect">
            <a:avLst/>
          </a:prstGeom>
          <a:noFill/>
          <a:ln>
            <a:noFill/>
          </a:ln>
        </p:spPr>
        <p:txBody>
          <a:bodyPr lIns="91425" tIns="91425" rIns="91425" bIns="91425" anchor="t" anchorCtr="0">
            <a:noAutofit/>
          </a:bodyPr>
          <a:lstStyle/>
          <a:p>
            <a:pPr lvl="0" rtl="0">
              <a:spcBef>
                <a:spcPts val="0"/>
              </a:spcBef>
              <a:buNone/>
            </a:pPr>
            <a:r>
              <a:rPr lang="en" sz="1200" dirty="0">
                <a:solidFill>
                  <a:srgbClr val="0070C0"/>
                </a:solidFill>
                <a:latin typeface="Muli"/>
                <a:ea typeface="Muli"/>
                <a:cs typeface="Muli"/>
                <a:sym typeface="Muli"/>
              </a:rPr>
              <a:t>GROUP 3</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SOMESHA SRIDHARA, </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SHILPA SHETTY, </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ARUN PRASAD, </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ANUJ CHOPRA, </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OSHIN DSOUZA, </a:t>
            </a:r>
          </a:p>
          <a:p>
            <a:pPr marL="457200" lvl="0" indent="-304800" rtl="0">
              <a:spcBef>
                <a:spcPts val="0"/>
              </a:spcBef>
              <a:buClr>
                <a:srgbClr val="FFFFFF"/>
              </a:buClr>
              <a:buSzPct val="100000"/>
              <a:buFont typeface="Muli"/>
              <a:buChar char="➔"/>
            </a:pPr>
            <a:r>
              <a:rPr lang="en" sz="1200" dirty="0">
                <a:solidFill>
                  <a:srgbClr val="0070C0"/>
                </a:solidFill>
                <a:latin typeface="Muli"/>
                <a:ea typeface="Muli"/>
                <a:cs typeface="Muli"/>
                <a:sym typeface="Muli"/>
              </a:rPr>
              <a:t>DANIEL CHAN BOON</a:t>
            </a:r>
            <a:br>
              <a:rPr lang="en" sz="1200" dirty="0">
                <a:solidFill>
                  <a:srgbClr val="0070C0"/>
                </a:solidFill>
                <a:latin typeface="Muli"/>
                <a:ea typeface="Muli"/>
                <a:cs typeface="Muli"/>
                <a:sym typeface="Muli"/>
              </a:rPr>
            </a:br>
            <a:r>
              <a:rPr lang="en" sz="1200" dirty="0">
                <a:solidFill>
                  <a:srgbClr val="0070C0"/>
                </a:solidFill>
                <a:latin typeface="Muli"/>
                <a:ea typeface="Muli"/>
                <a:cs typeface="Muli"/>
                <a:sym typeface="Muli"/>
              </a:rPr>
              <a:t/>
            </a:r>
            <a:br>
              <a:rPr lang="en" sz="1200" dirty="0">
                <a:solidFill>
                  <a:srgbClr val="0070C0"/>
                </a:solidFill>
                <a:latin typeface="Muli"/>
                <a:ea typeface="Muli"/>
                <a:cs typeface="Muli"/>
                <a:sym typeface="Muli"/>
              </a:rPr>
            </a:br>
            <a:r>
              <a:rPr lang="en" sz="1200" dirty="0">
                <a:solidFill>
                  <a:srgbClr val="0070C0"/>
                </a:solidFill>
                <a:latin typeface="Muli"/>
                <a:ea typeface="Muli"/>
                <a:cs typeface="Muli"/>
                <a:sym typeface="Muli"/>
              </a:rPr>
              <a:t/>
            </a:r>
            <a:br>
              <a:rPr lang="en" sz="1200" dirty="0">
                <a:solidFill>
                  <a:srgbClr val="0070C0"/>
                </a:solidFill>
                <a:latin typeface="Muli"/>
                <a:ea typeface="Muli"/>
                <a:cs typeface="Muli"/>
                <a:sym typeface="Muli"/>
              </a:rPr>
            </a:br>
            <a:endParaRPr lang="en" sz="1200" dirty="0">
              <a:solidFill>
                <a:srgbClr val="0070C0"/>
              </a:solidFill>
              <a:latin typeface="Muli"/>
              <a:ea typeface="Muli"/>
              <a:cs typeface="Muli"/>
              <a:sym typeface="Muli"/>
            </a:endParaRPr>
          </a:p>
        </p:txBody>
      </p:sp>
      <p:sp>
        <p:nvSpPr>
          <p:cNvPr id="53" name="Shape 53"/>
          <p:cNvSpPr txBox="1">
            <a:spLocks noGrp="1"/>
          </p:cNvSpPr>
          <p:nvPr>
            <p:ph type="title"/>
          </p:nvPr>
        </p:nvSpPr>
        <p:spPr>
          <a:xfrm>
            <a:off x="2747950" y="720880"/>
            <a:ext cx="3647999" cy="3647999"/>
          </a:xfrm>
          <a:prstGeom prst="rect">
            <a:avLst/>
          </a:prstGeom>
        </p:spPr>
        <p:txBody>
          <a:bodyPr lIns="91425" tIns="91425" rIns="91425" bIns="91425" anchor="ctr" anchorCtr="0">
            <a:noAutofit/>
          </a:bodyPr>
          <a:lstStyle/>
          <a:p>
            <a:pPr rtl="0">
              <a:spcBef>
                <a:spcPts val="0"/>
              </a:spcBef>
              <a:buNone/>
            </a:pPr>
            <a:endParaRPr dirty="0"/>
          </a:p>
          <a:p>
            <a:pPr rtl="0">
              <a:spcBef>
                <a:spcPts val="0"/>
              </a:spcBef>
              <a:buNone/>
            </a:pPr>
            <a:r>
              <a:rPr lang="en" dirty="0"/>
              <a:t>USABILITY EVALUATION OF FOOD LOGGING</a:t>
            </a:r>
          </a:p>
          <a:p>
            <a:pPr rtl="0">
              <a:spcBef>
                <a:spcPts val="0"/>
              </a:spcBef>
              <a:buNone/>
            </a:pPr>
            <a:endParaRPr sz="1800" b="0" dirty="0">
              <a:solidFill>
                <a:srgbClr val="FFF2CC"/>
              </a:solidFill>
            </a:endParaRPr>
          </a:p>
          <a:p>
            <a:pPr rtl="0">
              <a:spcBef>
                <a:spcPts val="0"/>
              </a:spcBef>
              <a:buNone/>
            </a:pPr>
            <a:r>
              <a:rPr lang="en" sz="1800" b="0" dirty="0">
                <a:solidFill>
                  <a:srgbClr val="FFF2CC"/>
                </a:solidFill>
              </a:rPr>
              <a:t>REPORT</a:t>
            </a:r>
          </a:p>
        </p:txBody>
      </p:sp>
      <p:sp>
        <p:nvSpPr>
          <p:cNvPr id="54" name="Shape 54"/>
          <p:cNvSpPr txBox="1">
            <a:spLocks noGrp="1"/>
          </p:cNvSpPr>
          <p:nvPr>
            <p:ph type="subTitle" idx="4294967295"/>
          </p:nvPr>
        </p:nvSpPr>
        <p:spPr>
          <a:xfrm>
            <a:off x="2698299" y="4271268"/>
            <a:ext cx="3747299" cy="667799"/>
          </a:xfrm>
          <a:prstGeom prst="rect">
            <a:avLst/>
          </a:prstGeom>
          <a:noFill/>
          <a:ln>
            <a:noFill/>
          </a:ln>
        </p:spPr>
        <p:txBody>
          <a:bodyPr lIns="91425" tIns="91425" rIns="91425" bIns="91425" anchor="t" anchorCtr="0">
            <a:noAutofit/>
          </a:bodyPr>
          <a:lstStyle/>
          <a:p>
            <a:pPr algn="ctr" rtl="0">
              <a:spcBef>
                <a:spcPts val="0"/>
              </a:spcBef>
              <a:buNone/>
            </a:pPr>
            <a:r>
              <a:rPr lang="en" sz="1800" dirty="0">
                <a:solidFill>
                  <a:schemeClr val="accent1"/>
                </a:solidFill>
                <a:latin typeface="Muli"/>
                <a:ea typeface="Muli"/>
                <a:cs typeface="Muli"/>
                <a:sym typeface="Muli"/>
              </a:rPr>
              <a:t>COMP5427 Usability Engineering </a:t>
            </a:r>
          </a:p>
          <a:p>
            <a:pPr lvl="0" algn="ctr" rtl="0">
              <a:spcBef>
                <a:spcPts val="0"/>
              </a:spcBef>
              <a:buNone/>
            </a:pPr>
            <a:r>
              <a:rPr lang="en" sz="1800" dirty="0">
                <a:solidFill>
                  <a:schemeClr val="accent1"/>
                </a:solidFill>
                <a:latin typeface="Muli"/>
                <a:ea typeface="Muli"/>
                <a:cs typeface="Muli"/>
                <a:sym typeface="Muli"/>
              </a:rPr>
              <a:t>Assignment 2 - 20 Oct 2015</a:t>
            </a:r>
            <a:r>
              <a:rPr lang="en" sz="1200" dirty="0">
                <a:solidFill>
                  <a:schemeClr val="accent1"/>
                </a:solidFill>
                <a:latin typeface="Muli"/>
                <a:ea typeface="Muli"/>
                <a:cs typeface="Muli"/>
                <a:sym typeface="Muli"/>
              </a:rPr>
              <a:t/>
            </a:r>
            <a:br>
              <a:rPr lang="en" sz="1200" dirty="0">
                <a:solidFill>
                  <a:schemeClr val="accent1"/>
                </a:solidFill>
                <a:latin typeface="Muli"/>
                <a:ea typeface="Muli"/>
                <a:cs typeface="Muli"/>
                <a:sym typeface="Muli"/>
              </a:rPr>
            </a:br>
            <a:r>
              <a:rPr lang="en" sz="1200" dirty="0">
                <a:solidFill>
                  <a:schemeClr val="accent1"/>
                </a:solidFill>
                <a:latin typeface="Muli"/>
                <a:ea typeface="Muli"/>
                <a:cs typeface="Muli"/>
                <a:sym typeface="Muli"/>
              </a:rPr>
              <a:t/>
            </a:r>
            <a:br>
              <a:rPr lang="en" sz="1200" dirty="0">
                <a:solidFill>
                  <a:schemeClr val="accent1"/>
                </a:solidFill>
                <a:latin typeface="Muli"/>
                <a:ea typeface="Muli"/>
                <a:cs typeface="Muli"/>
                <a:sym typeface="Muli"/>
              </a:rPr>
            </a:br>
            <a:r>
              <a:rPr lang="en" sz="1200" dirty="0">
                <a:solidFill>
                  <a:schemeClr val="accent1"/>
                </a:solidFill>
                <a:latin typeface="Muli"/>
                <a:ea typeface="Muli"/>
                <a:cs typeface="Muli"/>
                <a:sym typeface="Muli"/>
              </a:rPr>
              <a:t/>
            </a:r>
            <a:br>
              <a:rPr lang="en" sz="1200" dirty="0">
                <a:solidFill>
                  <a:schemeClr val="accent1"/>
                </a:solidFill>
                <a:latin typeface="Muli"/>
                <a:ea typeface="Muli"/>
                <a:cs typeface="Muli"/>
                <a:sym typeface="Muli"/>
              </a:rPr>
            </a:br>
            <a:endParaRPr lang="en" sz="1200" dirty="0">
              <a:solidFill>
                <a:schemeClr val="accent1"/>
              </a:solidFill>
              <a:latin typeface="Muli"/>
              <a:ea typeface="Muli"/>
              <a:cs typeface="Muli"/>
              <a:sym typeface="Muli"/>
            </a:endParaRP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
        <p:nvSpPr>
          <p:cNvPr id="59" name="Shape 59"/>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spcBef>
                <a:spcPts val="0"/>
              </a:spcBef>
              <a:buClr>
                <a:srgbClr val="FFFFFF"/>
              </a:buClr>
              <a:buSzPct val="171428"/>
            </a:pPr>
            <a:r>
              <a:rPr lang="en" dirty="0"/>
              <a:t>Initial Food Logging Summary</a:t>
            </a:r>
          </a:p>
          <a:p>
            <a:pPr marL="457200" lvl="0" indent="-228600" rtl="0">
              <a:spcBef>
                <a:spcPts val="700"/>
              </a:spcBef>
              <a:buClr>
                <a:srgbClr val="FFFFFF"/>
              </a:buClr>
              <a:buSzPct val="171428"/>
            </a:pPr>
            <a:r>
              <a:rPr lang="en" dirty="0"/>
              <a:t>Design Rationale</a:t>
            </a:r>
          </a:p>
          <a:p>
            <a:pPr marL="457200" lvl="0" indent="-228600" rtl="0">
              <a:spcBef>
                <a:spcPts val="700"/>
              </a:spcBef>
              <a:buClr>
                <a:srgbClr val="FFFFFF"/>
              </a:buClr>
              <a:buSzPct val="171428"/>
            </a:pPr>
            <a:r>
              <a:rPr lang="en" dirty="0"/>
              <a:t>Think Alouds</a:t>
            </a:r>
          </a:p>
          <a:p>
            <a:pPr marL="457200" lvl="0" indent="-228600" rtl="0">
              <a:spcBef>
                <a:spcPts val="700"/>
              </a:spcBef>
              <a:buClr>
                <a:srgbClr val="FFFFFF"/>
              </a:buClr>
              <a:buSzPct val="171428"/>
            </a:pPr>
            <a:r>
              <a:rPr lang="en" dirty="0"/>
              <a:t>Cognitive Walkthrough</a:t>
            </a:r>
          </a:p>
          <a:p>
            <a:pPr marL="457200" lvl="0" indent="-228600" rtl="0">
              <a:spcBef>
                <a:spcPts val="700"/>
              </a:spcBef>
              <a:buClr>
                <a:srgbClr val="FFFFFF"/>
              </a:buClr>
              <a:buSzPct val="171428"/>
            </a:pPr>
            <a:r>
              <a:rPr lang="en" dirty="0"/>
              <a:t>Appendices</a:t>
            </a:r>
          </a:p>
        </p:txBody>
      </p:sp>
      <p:sp>
        <p:nvSpPr>
          <p:cNvPr id="60" name="Shape 60"/>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CONTENTS</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
        <p:cNvGrpSpPr/>
        <p:nvPr/>
      </p:nvGrpSpPr>
      <p:grpSpPr>
        <a:xfrm>
          <a:off x="0" y="0"/>
          <a:ext cx="0" cy="0"/>
          <a:chOff x="0" y="0"/>
          <a:chExt cx="0" cy="0"/>
        </a:xfrm>
      </p:grpSpPr>
      <p:sp>
        <p:nvSpPr>
          <p:cNvPr id="65" name="Shape 65"/>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66" name="Shape 66"/>
          <p:cNvSpPr txBox="1">
            <a:spLocks noGrp="1"/>
          </p:cNvSpPr>
          <p:nvPr>
            <p:ph type="ctrTitle" idx="4294967295"/>
          </p:nvPr>
        </p:nvSpPr>
        <p:spPr>
          <a:xfrm>
            <a:off x="2735800" y="2395600"/>
            <a:ext cx="3510599" cy="1338299"/>
          </a:xfrm>
          <a:prstGeom prst="rect">
            <a:avLst/>
          </a:prstGeom>
          <a:noFill/>
          <a:ln>
            <a:noFill/>
          </a:ln>
        </p:spPr>
        <p:txBody>
          <a:bodyPr lIns="91425" tIns="91425" rIns="91425" bIns="91425" anchor="b" anchorCtr="0">
            <a:noAutofit/>
          </a:bodyPr>
          <a:lstStyle/>
          <a:p>
            <a:pPr lvl="0" algn="ctr" rtl="0">
              <a:spcBef>
                <a:spcPts val="0"/>
              </a:spcBef>
              <a:buNone/>
            </a:pPr>
            <a:r>
              <a:rPr lang="en" sz="3600"/>
              <a:t>Initial Food Logging</a:t>
            </a:r>
          </a:p>
        </p:txBody>
      </p:sp>
      <p:grpSp>
        <p:nvGrpSpPr>
          <p:cNvPr id="67" name="Shape 67"/>
          <p:cNvGrpSpPr/>
          <p:nvPr/>
        </p:nvGrpSpPr>
        <p:grpSpPr>
          <a:xfrm>
            <a:off x="4212252" y="836317"/>
            <a:ext cx="702681" cy="1114048"/>
            <a:chOff x="6718575" y="2318625"/>
            <a:chExt cx="256950" cy="407375"/>
          </a:xfrm>
        </p:grpSpPr>
        <p:sp>
          <p:nvSpPr>
            <p:cNvPr id="68" name="Shape 68"/>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9" name="Shape 69"/>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0" name="Shape 70"/>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1" name="Shape 71"/>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2" name="Shape 72"/>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3" name="Shape 73"/>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4" name="Shape 74"/>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75" name="Shape 75"/>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Shape 80"/>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buSzPct val="100000"/>
            </a:pPr>
            <a:r>
              <a:rPr lang="en" dirty="0"/>
              <a:t>Cumbersome as one needs to remember the number of serves and food consumed</a:t>
            </a:r>
          </a:p>
          <a:p>
            <a:pPr marL="457200" lvl="0" indent="-228600" rtl="0">
              <a:lnSpc>
                <a:spcPct val="150000"/>
              </a:lnSpc>
              <a:spcBef>
                <a:spcPts val="0"/>
              </a:spcBef>
              <a:buSzPct val="100000"/>
            </a:pPr>
            <a:r>
              <a:rPr lang="en" dirty="0"/>
              <a:t>Very tedious - too many fields to record eg. date, time, meal type, food name, food class, number of serves, taking a photo</a:t>
            </a:r>
          </a:p>
          <a:p>
            <a:pPr marL="457200" lvl="0" indent="-228600" rtl="0">
              <a:lnSpc>
                <a:spcPct val="150000"/>
              </a:lnSpc>
              <a:spcBef>
                <a:spcPts val="0"/>
              </a:spcBef>
              <a:buSzPct val="100000"/>
            </a:pPr>
            <a:r>
              <a:rPr lang="en" dirty="0"/>
              <a:t>Always forget to take a picture before having a meal</a:t>
            </a:r>
          </a:p>
          <a:p>
            <a:pPr marL="457200" lvl="0" indent="-228600" rtl="0">
              <a:lnSpc>
                <a:spcPct val="150000"/>
              </a:lnSpc>
              <a:spcBef>
                <a:spcPts val="0"/>
              </a:spcBef>
              <a:buSzPct val="100000"/>
            </a:pPr>
            <a:r>
              <a:rPr lang="en" dirty="0"/>
              <a:t>Average time taken to record one log: 3-4 mins</a:t>
            </a:r>
          </a:p>
          <a:p>
            <a:pPr lvl="0">
              <a:lnSpc>
                <a:spcPct val="150000"/>
              </a:lnSpc>
              <a:spcBef>
                <a:spcPts val="0"/>
              </a:spcBef>
              <a:buNone/>
            </a:pPr>
            <a:endParaRPr dirty="0"/>
          </a:p>
        </p:txBody>
      </p:sp>
      <p:sp>
        <p:nvSpPr>
          <p:cNvPr id="81" name="Shape 81"/>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a:spcBef>
                <a:spcPts val="0"/>
              </a:spcBef>
              <a:buNone/>
            </a:pPr>
            <a:r>
              <a:rPr lang="en"/>
              <a:t>INITIAL FOOD LOGGING - HIGHLIGHTS</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Shape 86"/>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700"/>
              </a:spcBef>
              <a:spcAft>
                <a:spcPts val="1600"/>
              </a:spcAft>
              <a:buClr>
                <a:schemeClr val="lt1"/>
              </a:buClr>
              <a:buSzPct val="100000"/>
            </a:pPr>
            <a:r>
              <a:rPr lang="en" dirty="0"/>
              <a:t>Too much of manual work involving typed information, taking pictures and formatting the document</a:t>
            </a:r>
          </a:p>
          <a:p>
            <a:pPr marL="457200" lvl="0" indent="-228600" rtl="0">
              <a:lnSpc>
                <a:spcPct val="150000"/>
              </a:lnSpc>
              <a:spcBef>
                <a:spcPts val="700"/>
              </a:spcBef>
              <a:spcAft>
                <a:spcPts val="1600"/>
              </a:spcAft>
              <a:buClr>
                <a:schemeClr val="lt1"/>
              </a:buClr>
              <a:buSzPct val="100000"/>
            </a:pPr>
            <a:r>
              <a:rPr lang="en" dirty="0"/>
              <a:t>Had to input a lot of information since there was no common template provided</a:t>
            </a:r>
          </a:p>
          <a:p>
            <a:pPr marL="457200" lvl="0" indent="-228600" rtl="0">
              <a:lnSpc>
                <a:spcPct val="150000"/>
              </a:lnSpc>
              <a:spcBef>
                <a:spcPts val="700"/>
              </a:spcBef>
              <a:spcAft>
                <a:spcPts val="1600"/>
              </a:spcAft>
              <a:buClr>
                <a:schemeClr val="lt1"/>
              </a:buClr>
              <a:buSzPct val="100000"/>
            </a:pPr>
            <a:r>
              <a:rPr lang="en" dirty="0"/>
              <a:t>Multiple tools being used by different group members based on preference - Text editor, word processor (word), spreadsheets</a:t>
            </a:r>
          </a:p>
          <a:p>
            <a:pPr marL="457200" lvl="0" indent="-228600" rtl="0">
              <a:lnSpc>
                <a:spcPct val="150000"/>
              </a:lnSpc>
              <a:spcBef>
                <a:spcPts val="700"/>
              </a:spcBef>
              <a:spcAft>
                <a:spcPts val="1600"/>
              </a:spcAft>
              <a:buClr>
                <a:schemeClr val="lt1"/>
              </a:buClr>
              <a:buSzPct val="100000"/>
            </a:pPr>
            <a:r>
              <a:rPr lang="en" dirty="0"/>
              <a:t>Logging for longer periods - too much information to analyse</a:t>
            </a:r>
          </a:p>
          <a:p>
            <a:pPr lvl="0" rtl="0">
              <a:lnSpc>
                <a:spcPct val="150000"/>
              </a:lnSpc>
              <a:spcBef>
                <a:spcPts val="0"/>
              </a:spcBef>
              <a:buNone/>
            </a:pPr>
            <a:endParaRPr dirty="0"/>
          </a:p>
          <a:p>
            <a:pPr lvl="0" rtl="0">
              <a:lnSpc>
                <a:spcPct val="150000"/>
              </a:lnSpc>
              <a:spcBef>
                <a:spcPts val="0"/>
              </a:spcBef>
              <a:buNone/>
            </a:pPr>
            <a:endParaRPr dirty="0"/>
          </a:p>
        </p:txBody>
      </p:sp>
      <p:sp>
        <p:nvSpPr>
          <p:cNvPr id="87" name="Shape 87"/>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INITIAL FOOD LOGGING - CONCLUSION</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
        <p:cNvGrpSpPr/>
        <p:nvPr/>
      </p:nvGrpSpPr>
      <p:grpSpPr>
        <a:xfrm>
          <a:off x="0" y="0"/>
          <a:ext cx="0" cy="0"/>
          <a:chOff x="0" y="0"/>
          <a:chExt cx="0" cy="0"/>
        </a:xfrm>
      </p:grpSpPr>
      <p:sp>
        <p:nvSpPr>
          <p:cNvPr id="92" name="Shape 92"/>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pPr>
            <a:r>
              <a:rPr lang="en" dirty="0"/>
              <a:t>Need a simple logging system/tool</a:t>
            </a:r>
          </a:p>
          <a:p>
            <a:pPr marL="457200" lvl="0" indent="-228600" rtl="0">
              <a:lnSpc>
                <a:spcPct val="150000"/>
              </a:lnSpc>
              <a:spcBef>
                <a:spcPts val="0"/>
              </a:spcBef>
            </a:pPr>
            <a:r>
              <a:rPr lang="en" dirty="0"/>
              <a:t>Enable less effort for the user for logging </a:t>
            </a:r>
          </a:p>
          <a:p>
            <a:pPr marL="914400" lvl="1" indent="-228600" rtl="0">
              <a:lnSpc>
                <a:spcPct val="150000"/>
              </a:lnSpc>
              <a:spcBef>
                <a:spcPts val="0"/>
              </a:spcBef>
            </a:pPr>
            <a:r>
              <a:rPr lang="en" dirty="0"/>
              <a:t>Avoid typing but clicks only, keeping it minimal</a:t>
            </a:r>
          </a:p>
          <a:p>
            <a:pPr marL="914400" lvl="1" indent="-228600" rtl="0">
              <a:lnSpc>
                <a:spcPct val="150000"/>
              </a:lnSpc>
              <a:spcBef>
                <a:spcPts val="0"/>
              </a:spcBef>
            </a:pPr>
            <a:r>
              <a:rPr lang="en" dirty="0"/>
              <a:t>Less information to remember and recall</a:t>
            </a:r>
          </a:p>
          <a:p>
            <a:pPr marL="457200" lvl="0" indent="-228600" rtl="0">
              <a:lnSpc>
                <a:spcPct val="150000"/>
              </a:lnSpc>
              <a:spcBef>
                <a:spcPts val="0"/>
              </a:spcBef>
            </a:pPr>
            <a:r>
              <a:rPr lang="en" dirty="0"/>
              <a:t>Key features needed for design</a:t>
            </a:r>
          </a:p>
          <a:p>
            <a:pPr marL="914400" lvl="1" indent="-228600" rtl="0">
              <a:lnSpc>
                <a:spcPct val="150000"/>
              </a:lnSpc>
              <a:spcBef>
                <a:spcPts val="0"/>
              </a:spcBef>
              <a:buClr>
                <a:srgbClr val="FFFFFF"/>
              </a:buClr>
              <a:buSzPct val="128571"/>
              <a:buFont typeface="Muli"/>
            </a:pPr>
            <a:r>
              <a:rPr lang="en" dirty="0"/>
              <a:t>View all info in one screen</a:t>
            </a:r>
          </a:p>
          <a:p>
            <a:pPr marL="914400" lvl="1" indent="-228600" rtl="0">
              <a:lnSpc>
                <a:spcPct val="150000"/>
              </a:lnSpc>
              <a:spcBef>
                <a:spcPts val="0"/>
              </a:spcBef>
            </a:pPr>
            <a:r>
              <a:rPr lang="en" dirty="0"/>
              <a:t>Automated, avoid typing but minimal clicks</a:t>
            </a:r>
          </a:p>
          <a:p>
            <a:pPr marL="914400" lvl="1" indent="-228600" rtl="0">
              <a:lnSpc>
                <a:spcPct val="150000"/>
              </a:lnSpc>
              <a:spcBef>
                <a:spcPts val="0"/>
              </a:spcBef>
            </a:pPr>
            <a:r>
              <a:rPr lang="en" dirty="0"/>
              <a:t>Only log/input most important details</a:t>
            </a:r>
          </a:p>
          <a:p>
            <a:pPr marL="914400" lvl="1" indent="-228600" rtl="0">
              <a:lnSpc>
                <a:spcPct val="150000"/>
              </a:lnSpc>
              <a:spcBef>
                <a:spcPts val="0"/>
              </a:spcBef>
            </a:pPr>
            <a:r>
              <a:rPr lang="en" dirty="0"/>
              <a:t>Static contents (common features for logging present in system)</a:t>
            </a:r>
          </a:p>
          <a:p>
            <a:pPr marL="914400" lvl="1" indent="-228600" rtl="0">
              <a:lnSpc>
                <a:spcPct val="150000"/>
              </a:lnSpc>
              <a:spcBef>
                <a:spcPts val="0"/>
              </a:spcBef>
            </a:pPr>
            <a:r>
              <a:rPr lang="en" dirty="0"/>
              <a:t>Simple and scalable history view</a:t>
            </a:r>
          </a:p>
          <a:p>
            <a:pPr marL="914400" lvl="1" indent="-228600" rtl="0">
              <a:lnSpc>
                <a:spcPct val="150000"/>
              </a:lnSpc>
              <a:spcBef>
                <a:spcPts val="0"/>
              </a:spcBef>
            </a:pPr>
            <a:r>
              <a:rPr lang="en" dirty="0"/>
              <a:t>Take less time, target: 5 -10 sec for one log entry</a:t>
            </a:r>
          </a:p>
          <a:p>
            <a:pPr lvl="0" rtl="0">
              <a:lnSpc>
                <a:spcPct val="150000"/>
              </a:lnSpc>
              <a:spcBef>
                <a:spcPts val="0"/>
              </a:spcBef>
              <a:buNone/>
            </a:pPr>
            <a:endParaRPr dirty="0"/>
          </a:p>
        </p:txBody>
      </p:sp>
      <p:sp>
        <p:nvSpPr>
          <p:cNvPr id="93" name="Shape 93"/>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INITIAL FOOD LOGGING - LESSONS</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p:cNvGrpSpPr/>
        <p:nvPr/>
      </p:nvGrpSpPr>
      <p:grpSpPr>
        <a:xfrm>
          <a:off x="0" y="0"/>
          <a:ext cx="0" cy="0"/>
          <a:chOff x="0" y="0"/>
          <a:chExt cx="0" cy="0"/>
        </a:xfrm>
      </p:grpSpPr>
      <p:sp>
        <p:nvSpPr>
          <p:cNvPr id="98" name="Shape 98"/>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99" name="Shape 99"/>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4800"/>
              <a:t>Design - UI</a:t>
            </a:r>
          </a:p>
        </p:txBody>
      </p:sp>
      <p:grpSp>
        <p:nvGrpSpPr>
          <p:cNvPr id="100" name="Shape 100"/>
          <p:cNvGrpSpPr/>
          <p:nvPr/>
        </p:nvGrpSpPr>
        <p:grpSpPr>
          <a:xfrm>
            <a:off x="4212252" y="836317"/>
            <a:ext cx="702681" cy="1114048"/>
            <a:chOff x="6718575" y="2318625"/>
            <a:chExt cx="256950" cy="407375"/>
          </a:xfrm>
        </p:grpSpPr>
        <p:sp>
          <p:nvSpPr>
            <p:cNvPr id="101" name="Shape 101"/>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2" name="Shape 102"/>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3" name="Shape 103"/>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4" name="Shape 104"/>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5" name="Shape 105"/>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6" name="Shape 106"/>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7" name="Shape 107"/>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08" name="Shape 108"/>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pic>
        <p:nvPicPr>
          <p:cNvPr id="113" name="Shape 113"/>
          <p:cNvPicPr preferRelativeResize="0"/>
          <p:nvPr/>
        </p:nvPicPr>
        <p:blipFill>
          <a:blip r:embed="rId4">
            <a:alphaModFix/>
          </a:blip>
          <a:stretch>
            <a:fillRect/>
          </a:stretch>
        </p:blipFill>
        <p:spPr>
          <a:xfrm>
            <a:off x="6447300" y="941187"/>
            <a:ext cx="2130250" cy="3974074"/>
          </a:xfrm>
          <a:prstGeom prst="rect">
            <a:avLst/>
          </a:prstGeom>
          <a:noFill/>
          <a:ln>
            <a:noFill/>
          </a:ln>
        </p:spPr>
      </p:pic>
      <p:pic>
        <p:nvPicPr>
          <p:cNvPr id="114" name="Shape 114"/>
          <p:cNvPicPr preferRelativeResize="0"/>
          <p:nvPr/>
        </p:nvPicPr>
        <p:blipFill>
          <a:blip r:embed="rId5">
            <a:alphaModFix/>
          </a:blip>
          <a:stretch>
            <a:fillRect/>
          </a:stretch>
        </p:blipFill>
        <p:spPr>
          <a:xfrm>
            <a:off x="3307525" y="933251"/>
            <a:ext cx="2130250" cy="3989950"/>
          </a:xfrm>
          <a:prstGeom prst="rect">
            <a:avLst/>
          </a:prstGeom>
          <a:noFill/>
          <a:ln>
            <a:noFill/>
          </a:ln>
        </p:spPr>
      </p:pic>
      <p:sp>
        <p:nvSpPr>
          <p:cNvPr id="115" name="Shape 115"/>
          <p:cNvSpPr txBox="1">
            <a:spLocks noGrp="1"/>
          </p:cNvSpPr>
          <p:nvPr>
            <p:ph type="title"/>
          </p:nvPr>
        </p:nvSpPr>
        <p:spPr>
          <a:xfrm>
            <a:off x="2939400" y="211600"/>
            <a:ext cx="5718600" cy="503099"/>
          </a:xfrm>
          <a:prstGeom prst="rect">
            <a:avLst/>
          </a:prstGeom>
        </p:spPr>
        <p:txBody>
          <a:bodyPr lIns="91425" tIns="91425" rIns="91425" bIns="91425" anchor="t" anchorCtr="0">
            <a:noAutofit/>
          </a:bodyPr>
          <a:lstStyle/>
          <a:p>
            <a:pPr lvl="0" rtl="0">
              <a:spcBef>
                <a:spcPts val="0"/>
              </a:spcBef>
              <a:buNone/>
            </a:pPr>
            <a:r>
              <a:rPr lang="en"/>
              <a:t>DESIGN - UI</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xfrm>
            <a:off x="3071625" y="313575"/>
            <a:ext cx="5718600" cy="503099"/>
          </a:xfrm>
          <a:prstGeom prst="rect">
            <a:avLst/>
          </a:prstGeom>
        </p:spPr>
        <p:txBody>
          <a:bodyPr lIns="91425" tIns="91425" rIns="91425" bIns="91425" anchor="t" anchorCtr="0">
            <a:noAutofit/>
          </a:bodyPr>
          <a:lstStyle/>
          <a:p>
            <a:pPr lvl="0" rtl="0">
              <a:spcBef>
                <a:spcPts val="0"/>
              </a:spcBef>
              <a:buNone/>
            </a:pPr>
            <a:r>
              <a:rPr lang="en"/>
              <a:t>DESIGN RATIONALE - PROCESS/INFLUENCES</a:t>
            </a:r>
          </a:p>
        </p:txBody>
      </p:sp>
      <p:pic>
        <p:nvPicPr>
          <p:cNvPr id="121" name="Shape 121"/>
          <p:cNvPicPr preferRelativeResize="0"/>
          <p:nvPr/>
        </p:nvPicPr>
        <p:blipFill>
          <a:blip r:embed="rId3">
            <a:alphaModFix/>
          </a:blip>
          <a:stretch>
            <a:fillRect/>
          </a:stretch>
        </p:blipFill>
        <p:spPr>
          <a:xfrm>
            <a:off x="4470475" y="914425"/>
            <a:ext cx="2178424" cy="4063250"/>
          </a:xfrm>
          <a:prstGeom prst="rect">
            <a:avLst/>
          </a:prstGeom>
          <a:noFill/>
          <a:ln>
            <a:noFill/>
          </a:ln>
        </p:spPr>
      </p:pic>
      <p:sp>
        <p:nvSpPr>
          <p:cNvPr id="122" name="Shape 122"/>
          <p:cNvSpPr txBox="1"/>
          <p:nvPr/>
        </p:nvSpPr>
        <p:spPr>
          <a:xfrm>
            <a:off x="7284225" y="1467850"/>
            <a:ext cx="1169999" cy="806700"/>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algn="r" rtl="0">
              <a:lnSpc>
                <a:spcPct val="120000"/>
              </a:lnSpc>
              <a:spcBef>
                <a:spcPts val="0"/>
              </a:spcBef>
              <a:buNone/>
            </a:pPr>
            <a:r>
              <a:rPr lang="en" sz="1000">
                <a:solidFill>
                  <a:schemeClr val="lt1"/>
                </a:solidFill>
                <a:latin typeface="Muli"/>
                <a:ea typeface="Muli"/>
                <a:cs typeface="Muli"/>
                <a:sym typeface="Muli"/>
              </a:rPr>
              <a:t>To utilize the touch interface of a phone or tablet</a:t>
            </a:r>
          </a:p>
        </p:txBody>
      </p:sp>
      <p:cxnSp>
        <p:nvCxnSpPr>
          <p:cNvPr id="123" name="Shape 123"/>
          <p:cNvCxnSpPr>
            <a:endCxn id="122" idx="1"/>
          </p:cNvCxnSpPr>
          <p:nvPr/>
        </p:nvCxnSpPr>
        <p:spPr>
          <a:xfrm rot="10800000" flipH="1">
            <a:off x="6396824" y="1871199"/>
            <a:ext cx="887400" cy="413400"/>
          </a:xfrm>
          <a:prstGeom prst="bentConnector3">
            <a:avLst>
              <a:gd name="adj1" fmla="val 50000"/>
            </a:avLst>
          </a:prstGeom>
          <a:noFill/>
          <a:ln w="9525" cap="flat" cmpd="sng">
            <a:solidFill>
              <a:srgbClr val="073763"/>
            </a:solidFill>
            <a:prstDash val="solid"/>
            <a:round/>
            <a:headEnd type="none" w="lg" len="lg"/>
            <a:tailEnd type="none" w="lg" len="lg"/>
          </a:ln>
        </p:spPr>
      </p:cxnSp>
      <p:cxnSp>
        <p:nvCxnSpPr>
          <p:cNvPr id="124" name="Shape 124"/>
          <p:cNvCxnSpPr>
            <a:endCxn id="122" idx="1"/>
          </p:cNvCxnSpPr>
          <p:nvPr/>
        </p:nvCxnSpPr>
        <p:spPr>
          <a:xfrm rot="10800000" flipH="1">
            <a:off x="4883924" y="1871200"/>
            <a:ext cx="2400300" cy="161400"/>
          </a:xfrm>
          <a:prstGeom prst="bentConnector3">
            <a:avLst>
              <a:gd name="adj1" fmla="val -419"/>
            </a:avLst>
          </a:prstGeom>
          <a:noFill/>
          <a:ln w="9525" cap="flat" cmpd="sng">
            <a:solidFill>
              <a:srgbClr val="073763"/>
            </a:solidFill>
            <a:prstDash val="solid"/>
            <a:round/>
            <a:headEnd type="none" w="lg" len="lg"/>
            <a:tailEnd type="none" w="lg" len="lg"/>
          </a:ln>
        </p:spPr>
      </p:cxnSp>
      <p:sp>
        <p:nvSpPr>
          <p:cNvPr id="125" name="Shape 125"/>
          <p:cNvSpPr txBox="1"/>
          <p:nvPr/>
        </p:nvSpPr>
        <p:spPr>
          <a:xfrm>
            <a:off x="7253925" y="3671050"/>
            <a:ext cx="1230599" cy="973499"/>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algn="r" rtl="0">
              <a:lnSpc>
                <a:spcPct val="120000"/>
              </a:lnSpc>
              <a:spcBef>
                <a:spcPts val="0"/>
              </a:spcBef>
              <a:buNone/>
            </a:pPr>
            <a:r>
              <a:rPr lang="en" sz="1000">
                <a:solidFill>
                  <a:schemeClr val="lt1"/>
                </a:solidFill>
                <a:latin typeface="Muli"/>
                <a:ea typeface="Muli"/>
                <a:cs typeface="Muli"/>
                <a:sym typeface="Muli"/>
              </a:rPr>
              <a:t>To notify the user of successful addition to the log</a:t>
            </a:r>
          </a:p>
        </p:txBody>
      </p:sp>
      <p:sp>
        <p:nvSpPr>
          <p:cNvPr id="126" name="Shape 126"/>
          <p:cNvSpPr/>
          <p:nvPr/>
        </p:nvSpPr>
        <p:spPr>
          <a:xfrm>
            <a:off x="5902575" y="4019125"/>
            <a:ext cx="242100" cy="201899"/>
          </a:xfrm>
          <a:prstGeom prst="roundRect">
            <a:avLst>
              <a:gd name="adj" fmla="val 16667"/>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cxnSp>
        <p:nvCxnSpPr>
          <p:cNvPr id="127" name="Shape 127"/>
          <p:cNvCxnSpPr>
            <a:stCxn id="126" idx="3"/>
            <a:endCxn id="125" idx="1"/>
          </p:cNvCxnSpPr>
          <p:nvPr/>
        </p:nvCxnSpPr>
        <p:spPr>
          <a:xfrm>
            <a:off x="6144675" y="4120075"/>
            <a:ext cx="1109100" cy="37800"/>
          </a:xfrm>
          <a:prstGeom prst="bentConnector3">
            <a:avLst>
              <a:gd name="adj1" fmla="val 49993"/>
            </a:avLst>
          </a:prstGeom>
          <a:noFill/>
          <a:ln w="9525" cap="flat" cmpd="sng">
            <a:solidFill>
              <a:srgbClr val="073763"/>
            </a:solidFill>
            <a:prstDash val="solid"/>
            <a:round/>
            <a:headEnd type="none" w="lg" len="lg"/>
            <a:tailEnd type="none" w="lg" len="lg"/>
          </a:ln>
        </p:spPr>
      </p:cxnSp>
      <p:sp>
        <p:nvSpPr>
          <p:cNvPr id="128" name="Shape 128"/>
          <p:cNvSpPr txBox="1"/>
          <p:nvPr/>
        </p:nvSpPr>
        <p:spPr>
          <a:xfrm>
            <a:off x="2846750" y="2698150"/>
            <a:ext cx="1048799" cy="1013999"/>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rtl="0">
              <a:lnSpc>
                <a:spcPct val="120000"/>
              </a:lnSpc>
              <a:spcBef>
                <a:spcPts val="0"/>
              </a:spcBef>
              <a:buNone/>
            </a:pPr>
            <a:r>
              <a:rPr lang="en" sz="1000">
                <a:solidFill>
                  <a:schemeClr val="lt1"/>
                </a:solidFill>
                <a:latin typeface="Muli"/>
                <a:ea typeface="Muli"/>
                <a:cs typeface="Muli"/>
                <a:sym typeface="Muli"/>
              </a:rPr>
              <a:t>Colour change to indicate addition of servings</a:t>
            </a:r>
          </a:p>
        </p:txBody>
      </p:sp>
      <p:cxnSp>
        <p:nvCxnSpPr>
          <p:cNvPr id="129" name="Shape 129"/>
          <p:cNvCxnSpPr>
            <a:stCxn id="128" idx="3"/>
          </p:cNvCxnSpPr>
          <p:nvPr/>
        </p:nvCxnSpPr>
        <p:spPr>
          <a:xfrm rot="10800000" flipH="1">
            <a:off x="3895549" y="2509150"/>
            <a:ext cx="1170000" cy="696000"/>
          </a:xfrm>
          <a:prstGeom prst="bentConnector3">
            <a:avLst>
              <a:gd name="adj1" fmla="val 31036"/>
            </a:avLst>
          </a:prstGeom>
          <a:noFill/>
          <a:ln w="9525" cap="flat" cmpd="sng">
            <a:solidFill>
              <a:srgbClr val="20124D"/>
            </a:solidFill>
            <a:prstDash val="solid"/>
            <a:round/>
            <a:headEnd type="none" w="lg" len="lg"/>
            <a:tailEnd type="none" w="lg" len="lg"/>
          </a:ln>
        </p:spPr>
      </p:cxnSp>
      <p:cxnSp>
        <p:nvCxnSpPr>
          <p:cNvPr id="130" name="Shape 130"/>
          <p:cNvCxnSpPr/>
          <p:nvPr/>
        </p:nvCxnSpPr>
        <p:spPr>
          <a:xfrm>
            <a:off x="3895550" y="3182200"/>
            <a:ext cx="1159799" cy="231899"/>
          </a:xfrm>
          <a:prstGeom prst="bentConnector3">
            <a:avLst>
              <a:gd name="adj1" fmla="val 32180"/>
            </a:avLst>
          </a:prstGeom>
          <a:noFill/>
          <a:ln w="9525" cap="flat" cmpd="sng">
            <a:solidFill>
              <a:srgbClr val="073763"/>
            </a:solidFill>
            <a:prstDash val="solid"/>
            <a:round/>
            <a:headEnd type="none" w="lg" len="lg"/>
            <a:tailEnd type="none" w="lg" len="lg"/>
          </a:ln>
        </p:spPr>
      </p:cxnSp>
      <p:cxnSp>
        <p:nvCxnSpPr>
          <p:cNvPr id="131" name="Shape 131"/>
          <p:cNvCxnSpPr>
            <a:stCxn id="128" idx="3"/>
          </p:cNvCxnSpPr>
          <p:nvPr/>
        </p:nvCxnSpPr>
        <p:spPr>
          <a:xfrm rot="10800000" flipH="1">
            <a:off x="3895549" y="3134650"/>
            <a:ext cx="1190100" cy="70500"/>
          </a:xfrm>
          <a:prstGeom prst="bentConnector3">
            <a:avLst>
              <a:gd name="adj1" fmla="val 50000"/>
            </a:avLst>
          </a:prstGeom>
          <a:noFill/>
          <a:ln w="9525" cap="flat" cmpd="sng">
            <a:solidFill>
              <a:srgbClr val="073763"/>
            </a:solidFill>
            <a:prstDash val="solid"/>
            <a:round/>
            <a:headEnd type="none" w="lg" len="lg"/>
            <a:tailEnd type="none" w="lg" len="lg"/>
          </a:ln>
        </p:spPr>
      </p:cxnSp>
      <p:sp>
        <p:nvSpPr>
          <p:cNvPr id="132" name="Shape 132"/>
          <p:cNvSpPr txBox="1"/>
          <p:nvPr/>
        </p:nvSpPr>
        <p:spPr>
          <a:xfrm>
            <a:off x="2715112" y="793476"/>
            <a:ext cx="1467900" cy="413399"/>
          </a:xfrm>
          <a:prstGeom prst="rect">
            <a:avLst/>
          </a:prstGeom>
          <a:noFill/>
          <a:ln>
            <a:noFill/>
          </a:ln>
        </p:spPr>
        <p:txBody>
          <a:bodyPr lIns="91425" tIns="91425" rIns="91425" bIns="91425" anchor="t" anchorCtr="0">
            <a:noAutofit/>
          </a:bodyPr>
          <a:lstStyle/>
          <a:p>
            <a:pPr>
              <a:spcBef>
                <a:spcPts val="0"/>
              </a:spcBef>
              <a:buNone/>
            </a:pPr>
            <a:r>
              <a:rPr lang="en" sz="1200" b="1" dirty="0">
                <a:solidFill>
                  <a:schemeClr val="bg1"/>
                </a:solidFill>
              </a:rPr>
              <a:t>MAIN WINDOW</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3071625" y="313575"/>
            <a:ext cx="5718600" cy="503099"/>
          </a:xfrm>
          <a:prstGeom prst="rect">
            <a:avLst/>
          </a:prstGeom>
        </p:spPr>
        <p:txBody>
          <a:bodyPr lIns="91425" tIns="91425" rIns="91425" bIns="91425" anchor="t" anchorCtr="0">
            <a:noAutofit/>
          </a:bodyPr>
          <a:lstStyle/>
          <a:p>
            <a:pPr lvl="0" rtl="0">
              <a:spcBef>
                <a:spcPts val="0"/>
              </a:spcBef>
              <a:buClr>
                <a:schemeClr val="dk1"/>
              </a:buClr>
              <a:buSzPct val="61111"/>
              <a:buFont typeface="Arial"/>
              <a:buNone/>
            </a:pPr>
            <a:r>
              <a:rPr lang="en">
                <a:solidFill>
                  <a:schemeClr val="lt1"/>
                </a:solidFill>
              </a:rPr>
              <a:t>DESIGN RATIONALE - PROCESS/INFLUENCES</a:t>
            </a:r>
          </a:p>
          <a:p>
            <a:pPr lvl="0" rtl="0">
              <a:spcBef>
                <a:spcPts val="0"/>
              </a:spcBef>
              <a:buNone/>
            </a:pPr>
            <a:endParaRPr sz="2400"/>
          </a:p>
        </p:txBody>
      </p:sp>
      <p:pic>
        <p:nvPicPr>
          <p:cNvPr id="138" name="Shape 138"/>
          <p:cNvPicPr preferRelativeResize="0"/>
          <p:nvPr/>
        </p:nvPicPr>
        <p:blipFill>
          <a:blip r:embed="rId3">
            <a:alphaModFix/>
          </a:blip>
          <a:stretch>
            <a:fillRect/>
          </a:stretch>
        </p:blipFill>
        <p:spPr>
          <a:xfrm>
            <a:off x="4669775" y="913050"/>
            <a:ext cx="2144424" cy="4004649"/>
          </a:xfrm>
          <a:prstGeom prst="rect">
            <a:avLst/>
          </a:prstGeom>
          <a:noFill/>
          <a:ln>
            <a:noFill/>
          </a:ln>
        </p:spPr>
      </p:pic>
      <p:sp>
        <p:nvSpPr>
          <p:cNvPr id="139" name="Shape 139"/>
          <p:cNvSpPr txBox="1"/>
          <p:nvPr/>
        </p:nvSpPr>
        <p:spPr>
          <a:xfrm>
            <a:off x="2833975" y="1190050"/>
            <a:ext cx="1515600" cy="872699"/>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rtl="0">
              <a:lnSpc>
                <a:spcPct val="120000"/>
              </a:lnSpc>
              <a:spcBef>
                <a:spcPts val="0"/>
              </a:spcBef>
              <a:buNone/>
            </a:pPr>
            <a:r>
              <a:rPr lang="en" sz="1000">
                <a:solidFill>
                  <a:schemeClr val="lt1"/>
                </a:solidFill>
                <a:latin typeface="Muli"/>
                <a:ea typeface="Muli"/>
                <a:cs typeface="Muli"/>
                <a:sym typeface="Muli"/>
              </a:rPr>
              <a:t>Commonly used icon to represent navigation to home screen</a:t>
            </a:r>
          </a:p>
        </p:txBody>
      </p:sp>
      <p:cxnSp>
        <p:nvCxnSpPr>
          <p:cNvPr id="140" name="Shape 140"/>
          <p:cNvCxnSpPr>
            <a:stCxn id="139" idx="3"/>
          </p:cNvCxnSpPr>
          <p:nvPr/>
        </p:nvCxnSpPr>
        <p:spPr>
          <a:xfrm rot="10800000" flipH="1">
            <a:off x="4349575" y="1487799"/>
            <a:ext cx="635400" cy="138600"/>
          </a:xfrm>
          <a:prstGeom prst="bentConnector3">
            <a:avLst>
              <a:gd name="adj1" fmla="val 50000"/>
            </a:avLst>
          </a:prstGeom>
          <a:noFill/>
          <a:ln w="9525" cap="flat" cmpd="sng">
            <a:solidFill>
              <a:srgbClr val="073763"/>
            </a:solidFill>
            <a:prstDash val="solid"/>
            <a:round/>
            <a:headEnd type="none" w="lg" len="lg"/>
            <a:tailEnd type="none" w="lg" len="lg"/>
          </a:ln>
        </p:spPr>
      </p:cxnSp>
      <p:sp>
        <p:nvSpPr>
          <p:cNvPr id="141" name="Shape 141"/>
          <p:cNvSpPr txBox="1"/>
          <p:nvPr/>
        </p:nvSpPr>
        <p:spPr>
          <a:xfrm>
            <a:off x="2874325" y="2551600"/>
            <a:ext cx="1394400" cy="1034100"/>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rtl="0">
              <a:lnSpc>
                <a:spcPct val="120000"/>
              </a:lnSpc>
              <a:spcBef>
                <a:spcPts val="0"/>
              </a:spcBef>
              <a:buNone/>
            </a:pPr>
            <a:r>
              <a:rPr lang="en" sz="1000">
                <a:solidFill>
                  <a:srgbClr val="FFFFFF"/>
                </a:solidFill>
                <a:latin typeface="Muli"/>
                <a:ea typeface="Muli"/>
                <a:cs typeface="Muli"/>
                <a:sym typeface="Muli"/>
              </a:rPr>
              <a:t>Listing the three categories to make better use of the limited screen</a:t>
            </a:r>
          </a:p>
          <a:p>
            <a:pPr lvl="0" rtl="0">
              <a:lnSpc>
                <a:spcPct val="120000"/>
              </a:lnSpc>
              <a:spcBef>
                <a:spcPts val="0"/>
              </a:spcBef>
              <a:buNone/>
            </a:pPr>
            <a:r>
              <a:rPr lang="en" sz="1000">
                <a:solidFill>
                  <a:srgbClr val="FFFFFF"/>
                </a:solidFill>
                <a:latin typeface="Muli"/>
                <a:ea typeface="Muli"/>
                <a:cs typeface="Muli"/>
                <a:sym typeface="Muli"/>
              </a:rPr>
              <a:t>space</a:t>
            </a:r>
          </a:p>
        </p:txBody>
      </p:sp>
      <p:cxnSp>
        <p:nvCxnSpPr>
          <p:cNvPr id="142" name="Shape 142"/>
          <p:cNvCxnSpPr>
            <a:stCxn id="141" idx="3"/>
          </p:cNvCxnSpPr>
          <p:nvPr/>
        </p:nvCxnSpPr>
        <p:spPr>
          <a:xfrm rot="10800000" flipH="1">
            <a:off x="4268725" y="2899750"/>
            <a:ext cx="685800" cy="168900"/>
          </a:xfrm>
          <a:prstGeom prst="bentConnector3">
            <a:avLst>
              <a:gd name="adj1" fmla="val 50000"/>
            </a:avLst>
          </a:prstGeom>
          <a:noFill/>
          <a:ln w="9525" cap="flat" cmpd="sng">
            <a:solidFill>
              <a:srgbClr val="073763"/>
            </a:solidFill>
            <a:prstDash val="solid"/>
            <a:round/>
            <a:headEnd type="none" w="lg" len="lg"/>
            <a:tailEnd type="none" w="lg" len="lg"/>
          </a:ln>
        </p:spPr>
      </p:cxnSp>
      <p:cxnSp>
        <p:nvCxnSpPr>
          <p:cNvPr id="143" name="Shape 143"/>
          <p:cNvCxnSpPr/>
          <p:nvPr/>
        </p:nvCxnSpPr>
        <p:spPr>
          <a:xfrm>
            <a:off x="4268725" y="3068650"/>
            <a:ext cx="695999" cy="375900"/>
          </a:xfrm>
          <a:prstGeom prst="bentConnector3">
            <a:avLst>
              <a:gd name="adj1" fmla="val 50000"/>
            </a:avLst>
          </a:prstGeom>
          <a:noFill/>
          <a:ln w="9525" cap="flat" cmpd="sng">
            <a:solidFill>
              <a:srgbClr val="073763"/>
            </a:solidFill>
            <a:prstDash val="solid"/>
            <a:round/>
            <a:headEnd type="none" w="lg" len="lg"/>
            <a:tailEnd type="none" w="lg" len="lg"/>
          </a:ln>
        </p:spPr>
      </p:cxnSp>
      <p:cxnSp>
        <p:nvCxnSpPr>
          <p:cNvPr id="144" name="Shape 144"/>
          <p:cNvCxnSpPr>
            <a:stCxn id="141" idx="3"/>
          </p:cNvCxnSpPr>
          <p:nvPr/>
        </p:nvCxnSpPr>
        <p:spPr>
          <a:xfrm>
            <a:off x="4268725" y="3068650"/>
            <a:ext cx="696000" cy="53100"/>
          </a:xfrm>
          <a:prstGeom prst="bentConnector3">
            <a:avLst>
              <a:gd name="adj1" fmla="val 50000"/>
            </a:avLst>
          </a:prstGeom>
          <a:noFill/>
          <a:ln w="9525" cap="flat" cmpd="sng">
            <a:solidFill>
              <a:srgbClr val="073763"/>
            </a:solidFill>
            <a:prstDash val="solid"/>
            <a:round/>
            <a:headEnd type="none" w="lg" len="lg"/>
            <a:tailEnd type="none" w="lg" len="lg"/>
          </a:ln>
        </p:spPr>
      </p:cxnSp>
      <p:sp>
        <p:nvSpPr>
          <p:cNvPr id="145" name="Shape 145"/>
          <p:cNvSpPr txBox="1"/>
          <p:nvPr/>
        </p:nvSpPr>
        <p:spPr>
          <a:xfrm>
            <a:off x="2924750" y="3893675"/>
            <a:ext cx="1182599" cy="781199"/>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rtl="0">
              <a:lnSpc>
                <a:spcPct val="120000"/>
              </a:lnSpc>
              <a:spcBef>
                <a:spcPts val="0"/>
              </a:spcBef>
              <a:buNone/>
            </a:pPr>
            <a:r>
              <a:rPr lang="en" sz="1000">
                <a:solidFill>
                  <a:schemeClr val="lt1"/>
                </a:solidFill>
                <a:latin typeface="Muli"/>
                <a:ea typeface="Muli"/>
                <a:cs typeface="Muli"/>
                <a:sym typeface="Muli"/>
              </a:rPr>
              <a:t>Buttons to access previous and next pages</a:t>
            </a:r>
          </a:p>
        </p:txBody>
      </p:sp>
      <p:cxnSp>
        <p:nvCxnSpPr>
          <p:cNvPr id="146" name="Shape 146"/>
          <p:cNvCxnSpPr>
            <a:stCxn id="145" idx="3"/>
          </p:cNvCxnSpPr>
          <p:nvPr/>
        </p:nvCxnSpPr>
        <p:spPr>
          <a:xfrm>
            <a:off x="4107349" y="4284274"/>
            <a:ext cx="1331400" cy="168600"/>
          </a:xfrm>
          <a:prstGeom prst="bentConnector3">
            <a:avLst>
              <a:gd name="adj1" fmla="val 32577"/>
            </a:avLst>
          </a:prstGeom>
          <a:noFill/>
          <a:ln w="9525" cap="flat" cmpd="sng">
            <a:solidFill>
              <a:srgbClr val="073763"/>
            </a:solidFill>
            <a:prstDash val="solid"/>
            <a:round/>
            <a:headEnd type="none" w="lg" len="lg"/>
            <a:tailEnd type="none" w="lg" len="lg"/>
          </a:ln>
        </p:spPr>
      </p:cxnSp>
      <p:sp>
        <p:nvSpPr>
          <p:cNvPr id="147" name="Shape 147"/>
          <p:cNvSpPr txBox="1"/>
          <p:nvPr/>
        </p:nvSpPr>
        <p:spPr>
          <a:xfrm>
            <a:off x="7227700" y="1311075"/>
            <a:ext cx="1609799" cy="872699"/>
          </a:xfrm>
          <a:prstGeom prst="rect">
            <a:avLst/>
          </a:prstGeom>
          <a:noFill/>
          <a:ln w="9525" cap="flat" cmpd="sng">
            <a:solidFill>
              <a:srgbClr val="073763"/>
            </a:solidFill>
            <a:prstDash val="solid"/>
            <a:round/>
            <a:headEnd type="none" w="med" len="med"/>
            <a:tailEnd type="none" w="med" len="med"/>
          </a:ln>
        </p:spPr>
        <p:txBody>
          <a:bodyPr lIns="91425" tIns="91425" rIns="91425" bIns="91425" anchor="ctr" anchorCtr="0">
            <a:noAutofit/>
          </a:bodyPr>
          <a:lstStyle/>
          <a:p>
            <a:pPr lvl="0" rtl="0">
              <a:lnSpc>
                <a:spcPct val="120000"/>
              </a:lnSpc>
              <a:spcBef>
                <a:spcPts val="0"/>
              </a:spcBef>
              <a:buNone/>
            </a:pPr>
            <a:r>
              <a:rPr lang="en" sz="1000">
                <a:solidFill>
                  <a:schemeClr val="lt1"/>
                </a:solidFill>
                <a:latin typeface="Muli"/>
                <a:ea typeface="Muli"/>
                <a:cs typeface="Muli"/>
                <a:sym typeface="Muli"/>
              </a:rPr>
              <a:t>Commonly used icons for Edit and Delete functions</a:t>
            </a:r>
          </a:p>
          <a:p>
            <a:pPr lvl="0" rtl="0">
              <a:lnSpc>
                <a:spcPct val="115000"/>
              </a:lnSpc>
              <a:spcBef>
                <a:spcPts val="0"/>
              </a:spcBef>
              <a:buNone/>
            </a:pPr>
            <a:endParaRPr sz="1000">
              <a:solidFill>
                <a:schemeClr val="lt1"/>
              </a:solidFill>
              <a:latin typeface="Muli"/>
              <a:ea typeface="Muli"/>
              <a:cs typeface="Muli"/>
              <a:sym typeface="Muli"/>
            </a:endParaRPr>
          </a:p>
        </p:txBody>
      </p:sp>
      <p:cxnSp>
        <p:nvCxnSpPr>
          <p:cNvPr id="148" name="Shape 148"/>
          <p:cNvCxnSpPr>
            <a:stCxn id="147" idx="1"/>
          </p:cNvCxnSpPr>
          <p:nvPr/>
        </p:nvCxnSpPr>
        <p:spPr>
          <a:xfrm flipH="1">
            <a:off x="6416800" y="1747424"/>
            <a:ext cx="810900" cy="466500"/>
          </a:xfrm>
          <a:prstGeom prst="bentConnector3">
            <a:avLst>
              <a:gd name="adj1" fmla="val 34067"/>
            </a:avLst>
          </a:prstGeom>
          <a:noFill/>
          <a:ln w="9525" cap="flat" cmpd="sng">
            <a:solidFill>
              <a:srgbClr val="073763"/>
            </a:solidFill>
            <a:prstDash val="solid"/>
            <a:round/>
            <a:headEnd type="none" w="lg" len="lg"/>
            <a:tailEnd type="none" w="lg" len="lg"/>
          </a:ln>
        </p:spPr>
      </p:cxnSp>
      <p:cxnSp>
        <p:nvCxnSpPr>
          <p:cNvPr id="149" name="Shape 149"/>
          <p:cNvCxnSpPr>
            <a:endCxn id="147" idx="1"/>
          </p:cNvCxnSpPr>
          <p:nvPr/>
        </p:nvCxnSpPr>
        <p:spPr>
          <a:xfrm rot="10800000" flipH="1">
            <a:off x="6447100" y="1747424"/>
            <a:ext cx="780599" cy="759000"/>
          </a:xfrm>
          <a:prstGeom prst="bentConnector3">
            <a:avLst>
              <a:gd name="adj1" fmla="val 64611"/>
            </a:avLst>
          </a:prstGeom>
          <a:noFill/>
          <a:ln w="9525" cap="flat" cmpd="sng">
            <a:solidFill>
              <a:srgbClr val="073763"/>
            </a:solidFill>
            <a:prstDash val="solid"/>
            <a:round/>
            <a:headEnd type="none" w="lg" len="lg"/>
            <a:tailEnd type="none" w="lg" len="lg"/>
          </a:ln>
        </p:spPr>
      </p:cxnSp>
      <p:sp>
        <p:nvSpPr>
          <p:cNvPr id="150" name="Shape 150"/>
          <p:cNvSpPr txBox="1"/>
          <p:nvPr/>
        </p:nvSpPr>
        <p:spPr>
          <a:xfrm>
            <a:off x="2366675" y="740475"/>
            <a:ext cx="2226899" cy="413399"/>
          </a:xfrm>
          <a:prstGeom prst="rect">
            <a:avLst/>
          </a:prstGeom>
          <a:noFill/>
          <a:ln>
            <a:noFill/>
          </a:ln>
        </p:spPr>
        <p:txBody>
          <a:bodyPr lIns="91425" tIns="91425" rIns="91425" bIns="91425" anchor="t" anchorCtr="0">
            <a:noAutofit/>
          </a:bodyPr>
          <a:lstStyle/>
          <a:p>
            <a:pPr lvl="0" rtl="0">
              <a:spcBef>
                <a:spcPts val="0"/>
              </a:spcBef>
              <a:buNone/>
            </a:pPr>
            <a:r>
              <a:rPr lang="en" sz="1200" b="1" dirty="0">
                <a:solidFill>
                  <a:schemeClr val="bg1"/>
                </a:solidFill>
              </a:rPr>
              <a:t>LOG HISTORY WINDOW</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4"/>
        <p:cNvGrpSpPr/>
        <p:nvPr/>
      </p:nvGrpSpPr>
      <p:grpSpPr>
        <a:xfrm>
          <a:off x="0" y="0"/>
          <a:ext cx="0" cy="0"/>
          <a:chOff x="0" y="0"/>
          <a:chExt cx="0" cy="0"/>
        </a:xfrm>
      </p:grpSpPr>
      <p:sp>
        <p:nvSpPr>
          <p:cNvPr id="155" name="Shape 155"/>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DESIGN RATIONALE - PROCESSES/INFLUENCES</a:t>
            </a:r>
          </a:p>
        </p:txBody>
      </p:sp>
      <p:sp>
        <p:nvSpPr>
          <p:cNvPr id="156" name="Shape 156"/>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buClr>
                <a:srgbClr val="FFFFFF"/>
              </a:buClr>
              <a:buSzPct val="100000"/>
            </a:pPr>
            <a:r>
              <a:rPr lang="en" dirty="0"/>
              <a:t>A 2-page UI app, maintaining simplicity and ensuring that the user doesn’t get distracted with unwanted features as noticed in the initial versions.</a:t>
            </a:r>
          </a:p>
          <a:p>
            <a:pPr marL="457200" lvl="0" indent="-228600" rtl="0">
              <a:lnSpc>
                <a:spcPct val="150000"/>
              </a:lnSpc>
              <a:spcBef>
                <a:spcPts val="0"/>
              </a:spcBef>
              <a:buClr>
                <a:srgbClr val="FFFFFF"/>
              </a:buClr>
              <a:buSzPct val="100000"/>
            </a:pPr>
            <a:r>
              <a:rPr lang="en" dirty="0"/>
              <a:t>As seen in Appendix 2, the initial versions of the prototype, the date and courses had to be typed in by the user making it tedious. The inputs from Think-Alouds and Cognitive Walkthroughs influenced the decision of using a DatePicker and Increase/Decrease buttons.</a:t>
            </a:r>
          </a:p>
          <a:p>
            <a:pPr marL="457200" lvl="0" indent="-228600" rtl="0">
              <a:lnSpc>
                <a:spcPct val="150000"/>
              </a:lnSpc>
              <a:spcBef>
                <a:spcPts val="0"/>
              </a:spcBef>
              <a:buClr>
                <a:srgbClr val="FFFFFF"/>
              </a:buClr>
              <a:buSzPct val="100000"/>
            </a:pPr>
            <a:r>
              <a:rPr lang="en" dirty="0"/>
              <a:t>The interface is touch based rather than the type-in as used in our previous versions. Using color-change scheme to indicate the user of the selection feature, since it will be a indication to them of a successful selection.</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0"/>
        <p:cNvGrpSpPr/>
        <p:nvPr/>
      </p:nvGrpSpPr>
      <p:grpSpPr>
        <a:xfrm>
          <a:off x="0" y="0"/>
          <a:ext cx="0" cy="0"/>
          <a:chOff x="0" y="0"/>
          <a:chExt cx="0" cy="0"/>
        </a:xfrm>
      </p:grpSpPr>
      <p:sp>
        <p:nvSpPr>
          <p:cNvPr id="161" name="Shape 161"/>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DESIGN RATIONALE - PROCESSES/INFLUENCES</a:t>
            </a:r>
          </a:p>
        </p:txBody>
      </p:sp>
      <p:sp>
        <p:nvSpPr>
          <p:cNvPr id="162" name="Shape 162"/>
          <p:cNvSpPr txBox="1">
            <a:spLocks noGrp="1"/>
          </p:cNvSpPr>
          <p:nvPr>
            <p:ph type="body" idx="1"/>
          </p:nvPr>
        </p:nvSpPr>
        <p:spPr>
          <a:xfrm>
            <a:off x="2902775" y="762649"/>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buClr>
                <a:srgbClr val="FFFFFF"/>
              </a:buClr>
              <a:buSzPct val="100000"/>
            </a:pPr>
            <a:r>
              <a:rPr lang="en" dirty="0"/>
              <a:t>As seen in many real world systems, having a Help functionality lets the user understand the design/features of the system. Hence we have included the Help icon on the top right. </a:t>
            </a:r>
          </a:p>
          <a:p>
            <a:pPr marL="457200" lvl="0" indent="-228600" rtl="0">
              <a:lnSpc>
                <a:spcPct val="150000"/>
              </a:lnSpc>
              <a:spcBef>
                <a:spcPts val="0"/>
              </a:spcBef>
              <a:buClr>
                <a:srgbClr val="FFFFFF"/>
              </a:buClr>
              <a:buSzPct val="100000"/>
            </a:pPr>
            <a:r>
              <a:rPr lang="en" dirty="0"/>
              <a:t>Pictorial representation of the Food classes, enabling the user to ‘Recall rather than memorize’ </a:t>
            </a:r>
          </a:p>
          <a:p>
            <a:pPr marL="457200" lvl="0" indent="-228600" rtl="0">
              <a:lnSpc>
                <a:spcPct val="150000"/>
              </a:lnSpc>
              <a:spcBef>
                <a:spcPts val="0"/>
              </a:spcBef>
              <a:buClr>
                <a:srgbClr val="FFFFFF"/>
              </a:buClr>
              <a:buSzPct val="100000"/>
            </a:pPr>
            <a:r>
              <a:rPr lang="en" dirty="0"/>
              <a:t>Implementing the commonly used Edit/Delete icons will enable the system maintain consistency and standards.</a:t>
            </a:r>
          </a:p>
          <a:p>
            <a:pPr marL="457200" lvl="0" indent="-228600" rtl="0">
              <a:lnSpc>
                <a:spcPct val="150000"/>
              </a:lnSpc>
              <a:spcBef>
                <a:spcPts val="0"/>
              </a:spcBef>
              <a:buClr>
                <a:srgbClr val="FFFFFF"/>
              </a:buClr>
              <a:buSzPct val="100000"/>
            </a:pPr>
            <a:r>
              <a:rPr lang="en" dirty="0"/>
              <a:t>In the previous versions, Logs showed all the entries in a single page which made it congested. To make it clear, we have included just the recent 3 entries onto a single page and also provided a functionality for the user to navigate through history using the next and previous buttons.</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Shape 167"/>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DESIGN RATIONALE - KEY FEATURES</a:t>
            </a:r>
          </a:p>
        </p:txBody>
      </p:sp>
      <p:sp>
        <p:nvSpPr>
          <p:cNvPr id="168" name="Shape 168"/>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buClr>
                <a:schemeClr val="lt1"/>
              </a:buClr>
              <a:buSzPct val="100000"/>
            </a:pPr>
            <a:r>
              <a:rPr lang="en" dirty="0"/>
              <a:t>Simple and clear design implementing the basic functionalities required by the tasks</a:t>
            </a:r>
          </a:p>
          <a:p>
            <a:pPr marL="457200" lvl="0" indent="-228600" rtl="0">
              <a:lnSpc>
                <a:spcPct val="150000"/>
              </a:lnSpc>
              <a:spcBef>
                <a:spcPts val="0"/>
              </a:spcBef>
              <a:buClr>
                <a:schemeClr val="lt1"/>
              </a:buClr>
              <a:buSzPct val="100000"/>
            </a:pPr>
            <a:r>
              <a:rPr lang="en" dirty="0"/>
              <a:t>No typing involved</a:t>
            </a:r>
          </a:p>
          <a:p>
            <a:pPr marL="457200" lvl="0" indent="-228600" rtl="0">
              <a:lnSpc>
                <a:spcPct val="150000"/>
              </a:lnSpc>
              <a:spcBef>
                <a:spcPts val="0"/>
              </a:spcBef>
              <a:buClr>
                <a:schemeClr val="lt1"/>
              </a:buClr>
              <a:buSzPct val="100000"/>
            </a:pPr>
            <a:r>
              <a:rPr lang="en" dirty="0"/>
              <a:t>Labeled pictorial representation for easier understanding</a:t>
            </a:r>
          </a:p>
          <a:p>
            <a:pPr marL="457200" lvl="0" indent="-228600" rtl="0">
              <a:lnSpc>
                <a:spcPct val="150000"/>
              </a:lnSpc>
              <a:spcBef>
                <a:spcPts val="0"/>
              </a:spcBef>
              <a:buClr>
                <a:schemeClr val="lt1"/>
              </a:buClr>
              <a:buSzPct val="100000"/>
            </a:pPr>
            <a:r>
              <a:rPr lang="en" dirty="0"/>
              <a:t>Help icon to guide the user through the working of the application</a:t>
            </a:r>
          </a:p>
          <a:p>
            <a:pPr marL="457200" lvl="0" indent="-228600" rtl="0">
              <a:lnSpc>
                <a:spcPct val="150000"/>
              </a:lnSpc>
              <a:spcBef>
                <a:spcPts val="0"/>
              </a:spcBef>
              <a:buClr>
                <a:schemeClr val="lt1"/>
              </a:buClr>
              <a:buSzPct val="100000"/>
            </a:pPr>
            <a:r>
              <a:rPr lang="en" dirty="0"/>
              <a:t>‘Show log’ button to provide the log of food intake. The last three entries are displayed and older entries can be accessed by scrolling</a:t>
            </a:r>
          </a:p>
          <a:p>
            <a:pPr marL="457200" lvl="0" indent="-228600" rtl="0">
              <a:lnSpc>
                <a:spcPct val="150000"/>
              </a:lnSpc>
              <a:spcBef>
                <a:spcPts val="0"/>
              </a:spcBef>
              <a:buClr>
                <a:schemeClr val="lt1"/>
              </a:buClr>
              <a:buSzPct val="100000"/>
            </a:pPr>
            <a:r>
              <a:rPr lang="en" dirty="0"/>
              <a:t>Color scheme for no serves and any number of serves</a:t>
            </a:r>
          </a:p>
          <a:p>
            <a:pPr marL="457200" lvl="0" indent="-228600" rtl="0">
              <a:lnSpc>
                <a:spcPct val="150000"/>
              </a:lnSpc>
              <a:spcBef>
                <a:spcPts val="0"/>
              </a:spcBef>
              <a:buClr>
                <a:schemeClr val="lt1"/>
              </a:buClr>
              <a:buSzPct val="100000"/>
            </a:pPr>
            <a:r>
              <a:rPr lang="en" dirty="0"/>
              <a:t>Functionality to edit existing log information</a:t>
            </a:r>
          </a:p>
          <a:p>
            <a:pPr marL="457200" lvl="0" indent="-228600" rtl="0">
              <a:lnSpc>
                <a:spcPct val="150000"/>
              </a:lnSpc>
              <a:spcBef>
                <a:spcPts val="0"/>
              </a:spcBef>
              <a:buClr>
                <a:schemeClr val="lt1"/>
              </a:buClr>
              <a:buSzPct val="100000"/>
            </a:pPr>
            <a:r>
              <a:rPr lang="en" dirty="0"/>
              <a:t>By default, the current date is shown. Calendar date picker for easier selection</a:t>
            </a:r>
          </a:p>
          <a:p>
            <a:pPr lvl="0" rtl="0">
              <a:lnSpc>
                <a:spcPct val="150000"/>
              </a:lnSpc>
              <a:spcBef>
                <a:spcPts val="0"/>
              </a:spcBef>
              <a:buNone/>
            </a:pPr>
            <a:endParaRPr dirty="0"/>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2"/>
        <p:cNvGrpSpPr/>
        <p:nvPr/>
      </p:nvGrpSpPr>
      <p:grpSpPr>
        <a:xfrm>
          <a:off x="0" y="0"/>
          <a:ext cx="0" cy="0"/>
          <a:chOff x="0" y="0"/>
          <a:chExt cx="0" cy="0"/>
        </a:xfrm>
      </p:grpSpPr>
      <p:sp>
        <p:nvSpPr>
          <p:cNvPr id="173" name="Shape 173"/>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174" name="Shape 174"/>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4800"/>
              <a:t>Tasks</a:t>
            </a:r>
          </a:p>
        </p:txBody>
      </p:sp>
      <p:grpSp>
        <p:nvGrpSpPr>
          <p:cNvPr id="175" name="Shape 175"/>
          <p:cNvGrpSpPr/>
          <p:nvPr/>
        </p:nvGrpSpPr>
        <p:grpSpPr>
          <a:xfrm>
            <a:off x="4212252" y="836317"/>
            <a:ext cx="702681" cy="1114048"/>
            <a:chOff x="6718575" y="2318625"/>
            <a:chExt cx="256950" cy="407375"/>
          </a:xfrm>
        </p:grpSpPr>
        <p:sp>
          <p:nvSpPr>
            <p:cNvPr id="176" name="Shape 176"/>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77" name="Shape 177"/>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78" name="Shape 178"/>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79" name="Shape 179"/>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80" name="Shape 180"/>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81" name="Shape 181"/>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82" name="Shape 182"/>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83" name="Shape 183"/>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sp>
        <p:nvSpPr>
          <p:cNvPr id="188" name="Shape 188"/>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1"/>
              </a:buClr>
              <a:buSzPct val="61111"/>
              <a:buFont typeface="Arial"/>
              <a:buNone/>
            </a:pPr>
            <a:r>
              <a:rPr lang="en">
                <a:solidFill>
                  <a:schemeClr val="lt1"/>
                </a:solidFill>
              </a:rPr>
              <a:t>TASKS</a:t>
            </a:r>
          </a:p>
        </p:txBody>
      </p:sp>
      <p:sp>
        <p:nvSpPr>
          <p:cNvPr id="189" name="Shape 189"/>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514350" lvl="0" indent="-500380" rtl="0">
              <a:lnSpc>
                <a:spcPct val="90000"/>
              </a:lnSpc>
              <a:spcBef>
                <a:spcPts val="0"/>
              </a:spcBef>
              <a:spcAft>
                <a:spcPts val="1600"/>
              </a:spcAft>
              <a:buClr>
                <a:schemeClr val="lt1"/>
              </a:buClr>
              <a:buSzPct val="100000"/>
              <a:buFont typeface="Muli"/>
              <a:buAutoNum type="arabicPeriod"/>
            </a:pPr>
            <a:r>
              <a:rPr lang="en" sz="1400">
                <a:solidFill>
                  <a:schemeClr val="lt1"/>
                </a:solidFill>
              </a:rPr>
              <a:t>Updating serves intake (Abstract)</a:t>
            </a:r>
          </a:p>
          <a:p>
            <a:pPr marL="457200" lvl="0" indent="-228600" rtl="0">
              <a:lnSpc>
                <a:spcPct val="90000"/>
              </a:lnSpc>
              <a:spcBef>
                <a:spcPts val="550"/>
              </a:spcBef>
              <a:spcAft>
                <a:spcPts val="1600"/>
              </a:spcAft>
              <a:buClr>
                <a:schemeClr val="lt1"/>
              </a:buClr>
              <a:buSzPct val="100000"/>
            </a:pPr>
            <a:r>
              <a:rPr lang="en" sz="1400">
                <a:solidFill>
                  <a:schemeClr val="lt1"/>
                </a:solidFill>
              </a:rPr>
              <a:t>You recall that you ate 1 serve of fruit today.  Log that.</a:t>
            </a:r>
          </a:p>
          <a:p>
            <a:pPr marL="457200" lvl="0" indent="-228600" rtl="0">
              <a:lnSpc>
                <a:spcPct val="90000"/>
              </a:lnSpc>
              <a:spcBef>
                <a:spcPts val="550"/>
              </a:spcBef>
              <a:spcAft>
                <a:spcPts val="1600"/>
              </a:spcAft>
              <a:buClr>
                <a:schemeClr val="lt1"/>
              </a:buClr>
              <a:buSzPct val="100000"/>
            </a:pPr>
            <a:r>
              <a:rPr lang="en" sz="1400">
                <a:solidFill>
                  <a:schemeClr val="lt1"/>
                </a:solidFill>
              </a:rPr>
              <a:t>You recall that you ate 3 serves of vegetables today.  Log that</a:t>
            </a:r>
          </a:p>
          <a:p>
            <a:pPr marL="457200" lvl="0" indent="-228600" rtl="0">
              <a:lnSpc>
                <a:spcPct val="90000"/>
              </a:lnSpc>
              <a:spcBef>
                <a:spcPts val="550"/>
              </a:spcBef>
              <a:spcAft>
                <a:spcPts val="1600"/>
              </a:spcAft>
              <a:buClr>
                <a:schemeClr val="lt1"/>
              </a:buClr>
              <a:buSzPct val="100000"/>
            </a:pPr>
            <a:r>
              <a:rPr lang="en" sz="1400">
                <a:solidFill>
                  <a:schemeClr val="lt1"/>
                </a:solidFill>
              </a:rPr>
              <a:t>You realise that was a mistake and you actually ate only 2 serves of vegetables. Update the logger for that.</a:t>
            </a:r>
          </a:p>
          <a:p>
            <a:pPr lvl="0" rtl="0">
              <a:lnSpc>
                <a:spcPct val="90000"/>
              </a:lnSpc>
              <a:spcBef>
                <a:spcPts val="700"/>
              </a:spcBef>
              <a:buNone/>
            </a:pPr>
            <a:r>
              <a:rPr lang="en" sz="1400">
                <a:solidFill>
                  <a:schemeClr val="lt1"/>
                </a:solidFill>
              </a:rPr>
              <a:t>Rationale: These tasks test the basic functionality of the system</a:t>
            </a:r>
          </a:p>
          <a:p>
            <a:pPr lvl="0" rtl="0">
              <a:lnSpc>
                <a:spcPct val="90000"/>
              </a:lnSpc>
              <a:spcBef>
                <a:spcPts val="700"/>
              </a:spcBef>
              <a:buNone/>
            </a:pPr>
            <a:endParaRPr sz="1400"/>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Shape 194"/>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195" name="Shape 195"/>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4800"/>
              <a:t>Think Alouds</a:t>
            </a:r>
          </a:p>
        </p:txBody>
      </p:sp>
      <p:grpSp>
        <p:nvGrpSpPr>
          <p:cNvPr id="196" name="Shape 196"/>
          <p:cNvGrpSpPr/>
          <p:nvPr/>
        </p:nvGrpSpPr>
        <p:grpSpPr>
          <a:xfrm>
            <a:off x="4212252" y="836317"/>
            <a:ext cx="702681" cy="1114048"/>
            <a:chOff x="6718575" y="2318625"/>
            <a:chExt cx="256950" cy="407375"/>
          </a:xfrm>
        </p:grpSpPr>
        <p:sp>
          <p:nvSpPr>
            <p:cNvPr id="197" name="Shape 197"/>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98" name="Shape 198"/>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99" name="Shape 199"/>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00" name="Shape 200"/>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01" name="Shape 201"/>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02" name="Shape 202"/>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03" name="Shape 203"/>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04" name="Shape 204"/>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8"/>
        <p:cNvGrpSpPr/>
        <p:nvPr/>
      </p:nvGrpSpPr>
      <p:grpSpPr>
        <a:xfrm>
          <a:off x="0" y="0"/>
          <a:ext cx="0" cy="0"/>
          <a:chOff x="0" y="0"/>
          <a:chExt cx="0" cy="0"/>
        </a:xfrm>
      </p:grpSpPr>
      <p:sp>
        <p:nvSpPr>
          <p:cNvPr id="209" name="Shape 209"/>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(5 USERS)</a:t>
            </a:r>
          </a:p>
        </p:txBody>
      </p:sp>
      <p:graphicFrame>
        <p:nvGraphicFramePr>
          <p:cNvPr id="210" name="Shape 210"/>
          <p:cNvGraphicFramePr/>
          <p:nvPr/>
        </p:nvGraphicFramePr>
        <p:xfrm>
          <a:off x="1207400" y="861506"/>
          <a:ext cx="6734750" cy="3786600"/>
        </p:xfrm>
        <a:graphic>
          <a:graphicData uri="http://schemas.openxmlformats.org/drawingml/2006/table">
            <a:tbl>
              <a:tblPr>
                <a:noFill/>
                <a:tableStyleId>{B20D7FAE-528C-4950-83DD-E3323C6C86C2}</a:tableStyleId>
              </a:tblPr>
              <a:tblGrid>
                <a:gridCol w="964275"/>
                <a:gridCol w="1324425"/>
                <a:gridCol w="1864700"/>
                <a:gridCol w="863000"/>
                <a:gridCol w="1718350"/>
              </a:tblGrid>
              <a:tr h="631100">
                <a:tc>
                  <a:txBody>
                    <a:bodyPr/>
                    <a:lstStyle/>
                    <a:p>
                      <a:pPr>
                        <a:spcBef>
                          <a:spcPts val="0"/>
                        </a:spcBef>
                        <a:buNone/>
                      </a:pPr>
                      <a:r>
                        <a:rPr lang="en">
                          <a:solidFill>
                            <a:srgbClr val="FFFFFF"/>
                          </a:solidFill>
                          <a:latin typeface="Muli"/>
                          <a:ea typeface="Muli"/>
                          <a:cs typeface="Muli"/>
                          <a:sym typeface="Muli"/>
                        </a:rPr>
                        <a:t>USERS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a:solidFill>
                            <a:srgbClr val="FFFFFF"/>
                          </a:solidFill>
                          <a:latin typeface="Muli"/>
                          <a:ea typeface="Muli"/>
                          <a:cs typeface="Muli"/>
                          <a:sym typeface="Muli"/>
                        </a:rPr>
                        <a:t>GENDER</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a:solidFill>
                            <a:srgbClr val="FFFFFF"/>
                          </a:solidFill>
                          <a:latin typeface="Muli"/>
                          <a:ea typeface="Muli"/>
                          <a:cs typeface="Muli"/>
                          <a:sym typeface="Muli"/>
                        </a:rPr>
                        <a:t>BACKGROUND</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a:solidFill>
                            <a:srgbClr val="FFFFFF"/>
                          </a:solidFill>
                          <a:latin typeface="Muli"/>
                          <a:ea typeface="Muli"/>
                          <a:cs typeface="Muli"/>
                          <a:sym typeface="Muli"/>
                        </a:rPr>
                        <a:t>AGE</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a:solidFill>
                            <a:srgbClr val="FFFFFF"/>
                          </a:solidFill>
                          <a:latin typeface="Muli"/>
                          <a:ea typeface="Muli"/>
                          <a:cs typeface="Muli"/>
                          <a:sym typeface="Muli"/>
                        </a:rPr>
                        <a:t>COMPUTER LITERACY</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31100">
                <a:tc>
                  <a:txBody>
                    <a:bodyPr/>
                    <a:lstStyle/>
                    <a:p>
                      <a:pPr algn="r">
                        <a:spcBef>
                          <a:spcPts val="0"/>
                        </a:spcBef>
                        <a:buNone/>
                      </a:pPr>
                      <a:r>
                        <a:rPr lang="en">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M</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Working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33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High</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31100">
                <a:tc>
                  <a:txBody>
                    <a:bodyPr/>
                    <a:lstStyle/>
                    <a:p>
                      <a:pPr lvl="0" algn="r" rtl="0">
                        <a:spcBef>
                          <a:spcPts val="0"/>
                        </a:spcBef>
                        <a:buNone/>
                      </a:pPr>
                      <a:r>
                        <a:rPr lang="en">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b="1">
                          <a:solidFill>
                            <a:srgbClr val="FFFFFF"/>
                          </a:solidFill>
                          <a:latin typeface="Muli"/>
                          <a:ea typeface="Muli"/>
                          <a:cs typeface="Muli"/>
                          <a:sym typeface="Muli"/>
                        </a:rPr>
                        <a:t>M</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Clr>
                          <a:schemeClr val="dk1"/>
                        </a:buClr>
                        <a:buSzPct val="78571"/>
                        <a:buFont typeface="Arial"/>
                        <a:buNone/>
                      </a:pPr>
                      <a:r>
                        <a:rPr lang="en" b="1">
                          <a:solidFill>
                            <a:schemeClr val="lt1"/>
                          </a:solidFill>
                          <a:latin typeface="Muli"/>
                          <a:ea typeface="Muli"/>
                          <a:cs typeface="Muli"/>
                          <a:sym typeface="Muli"/>
                        </a:rPr>
                        <a:t>Working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b="1">
                          <a:solidFill>
                            <a:srgbClr val="FFFFFF"/>
                          </a:solidFill>
                          <a:latin typeface="Muli"/>
                          <a:ea typeface="Muli"/>
                          <a:cs typeface="Muli"/>
                          <a:sym typeface="Muli"/>
                        </a:rPr>
                        <a:t>30</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High</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31100">
                <a:tc>
                  <a:txBody>
                    <a:bodyPr/>
                    <a:lstStyle/>
                    <a:p>
                      <a:pPr algn="r" rtl="0">
                        <a:spcBef>
                          <a:spcPts val="0"/>
                        </a:spcBef>
                        <a:buNone/>
                      </a:pPr>
                      <a:r>
                        <a:rPr lang="en">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F</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Clr>
                          <a:schemeClr val="dk1"/>
                        </a:buClr>
                        <a:buSzPct val="78571"/>
                        <a:buFont typeface="Arial"/>
                        <a:buNone/>
                      </a:pPr>
                      <a:r>
                        <a:rPr lang="en" b="1">
                          <a:solidFill>
                            <a:schemeClr val="lt1"/>
                          </a:solidFill>
                          <a:latin typeface="Muli"/>
                          <a:ea typeface="Muli"/>
                          <a:cs typeface="Muli"/>
                          <a:sym typeface="Muli"/>
                        </a:rPr>
                        <a:t>Working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30</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Moderate</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31100">
                <a:tc>
                  <a:txBody>
                    <a:bodyPr/>
                    <a:lstStyle/>
                    <a:p>
                      <a:pPr algn="r">
                        <a:spcBef>
                          <a:spcPts val="0"/>
                        </a:spcBef>
                        <a:buNone/>
                      </a:pPr>
                      <a:r>
                        <a:rPr lang="en">
                          <a:solidFill>
                            <a:srgbClr val="FFFFFF"/>
                          </a:solidFill>
                          <a:latin typeface="Muli"/>
                          <a:ea typeface="Muli"/>
                          <a:cs typeface="Muli"/>
                          <a:sym typeface="Muli"/>
                        </a:rPr>
                        <a:t>4</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M</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Student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a:spcBef>
                          <a:spcPts val="0"/>
                        </a:spcBef>
                        <a:buNone/>
                      </a:pPr>
                      <a:r>
                        <a:rPr lang="en" b="1">
                          <a:solidFill>
                            <a:srgbClr val="FFFFFF"/>
                          </a:solidFill>
                          <a:latin typeface="Muli"/>
                          <a:ea typeface="Muli"/>
                          <a:cs typeface="Muli"/>
                          <a:sym typeface="Muli"/>
                        </a:rPr>
                        <a:t>18</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High</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31100">
                <a:tc>
                  <a:txBody>
                    <a:bodyPr/>
                    <a:lstStyle/>
                    <a:p>
                      <a:pPr algn="r" rtl="0">
                        <a:spcBef>
                          <a:spcPts val="0"/>
                        </a:spcBef>
                        <a:buNone/>
                      </a:pPr>
                      <a:r>
                        <a:rPr lang="en">
                          <a:solidFill>
                            <a:srgbClr val="FFFFFF"/>
                          </a:solidFill>
                          <a:latin typeface="Muli"/>
                          <a:ea typeface="Muli"/>
                          <a:cs typeface="Muli"/>
                          <a:sym typeface="Muli"/>
                        </a:rPr>
                        <a:t>5</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000000">
                          <a:alpha val="0"/>
                        </a:srgbClr>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M</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000000">
                          <a:alpha val="0"/>
                        </a:srgbClr>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Working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000000">
                          <a:alpha val="0"/>
                        </a:srgbClr>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33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000000">
                          <a:alpha val="0"/>
                        </a:srgbClr>
                      </a:solidFill>
                      <a:prstDash val="solid"/>
                      <a:round/>
                      <a:headEnd type="none" w="med" len="med"/>
                      <a:tailEnd type="none" w="med" len="med"/>
                    </a:lnB>
                    <a:solidFill>
                      <a:srgbClr val="000714">
                        <a:alpha val="25380"/>
                      </a:srgbClr>
                    </a:solidFill>
                  </a:tcPr>
                </a:tc>
                <a:tc>
                  <a:txBody>
                    <a:bodyPr/>
                    <a:lstStyle/>
                    <a:p>
                      <a:pPr algn="ctr" rtl="0">
                        <a:spcBef>
                          <a:spcPts val="0"/>
                        </a:spcBef>
                        <a:buNone/>
                      </a:pPr>
                      <a:r>
                        <a:rPr lang="en" b="1">
                          <a:solidFill>
                            <a:srgbClr val="FFFFFF"/>
                          </a:solidFill>
                          <a:latin typeface="Muli"/>
                          <a:ea typeface="Muli"/>
                          <a:cs typeface="Muli"/>
                          <a:sym typeface="Muli"/>
                        </a:rPr>
                        <a:t>High</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000000">
                          <a:alpha val="0"/>
                        </a:srgbClr>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sp>
        <p:nvSpPr>
          <p:cNvPr id="215" name="Shape 215"/>
          <p:cNvSpPr txBox="1">
            <a:spLocks noGrp="1"/>
          </p:cNvSpPr>
          <p:nvPr>
            <p:ph type="body" idx="1"/>
          </p:nvPr>
        </p:nvSpPr>
        <p:spPr>
          <a:xfrm>
            <a:off x="1190100" y="4470500"/>
            <a:ext cx="6763800" cy="673199"/>
          </a:xfrm>
          <a:prstGeom prst="rect">
            <a:avLst/>
          </a:prstGeom>
        </p:spPr>
        <p:txBody>
          <a:bodyPr lIns="91425" tIns="91425" rIns="91425" bIns="91425" anchor="ctr" anchorCtr="0">
            <a:noAutofit/>
          </a:bodyPr>
          <a:lstStyle/>
          <a:p>
            <a:pPr>
              <a:spcBef>
                <a:spcPts val="0"/>
              </a:spcBef>
              <a:buNone/>
            </a:pPr>
            <a:r>
              <a:rPr lang="en"/>
              <a:t>THINK ALOUD METHOD (USER DEMOGRAPHICS)</a:t>
            </a:r>
          </a:p>
        </p:txBody>
      </p:sp>
      <p:pic>
        <p:nvPicPr>
          <p:cNvPr id="216" name="Shape 216"/>
          <p:cNvPicPr preferRelativeResize="0"/>
          <p:nvPr/>
        </p:nvPicPr>
        <p:blipFill>
          <a:blip r:embed="rId4">
            <a:alphaModFix/>
          </a:blip>
          <a:stretch>
            <a:fillRect/>
          </a:stretch>
        </p:blipFill>
        <p:spPr>
          <a:xfrm>
            <a:off x="1479250" y="84250"/>
            <a:ext cx="6185525" cy="4128799"/>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0"/>
        <p:cNvGrpSpPr/>
        <p:nvPr/>
      </p:nvGrpSpPr>
      <p:grpSpPr>
        <a:xfrm>
          <a:off x="0" y="0"/>
          <a:ext cx="0" cy="0"/>
          <a:chOff x="0" y="0"/>
          <a:chExt cx="0" cy="0"/>
        </a:xfrm>
      </p:grpSpPr>
      <p:sp>
        <p:nvSpPr>
          <p:cNvPr id="221" name="Shape 221"/>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 User 1 (M,W,33,H)</a:t>
            </a:r>
          </a:p>
        </p:txBody>
      </p:sp>
      <p:graphicFrame>
        <p:nvGraphicFramePr>
          <p:cNvPr id="222" name="Shape 222"/>
          <p:cNvGraphicFramePr/>
          <p:nvPr/>
        </p:nvGraphicFramePr>
        <p:xfrm>
          <a:off x="1207400" y="861506"/>
          <a:ext cx="6744100" cy="4029668"/>
        </p:xfrm>
        <a:graphic>
          <a:graphicData uri="http://schemas.openxmlformats.org/drawingml/2006/table">
            <a:tbl>
              <a:tblPr>
                <a:noFill/>
                <a:tableStyleId>{7D24C04D-24D3-41AB-91B9-929AF93AA8FF}</a:tableStyleId>
              </a:tblPr>
              <a:tblGrid>
                <a:gridCol w="594300"/>
                <a:gridCol w="2091225"/>
                <a:gridCol w="2552650"/>
                <a:gridCol w="1505925"/>
              </a:tblGrid>
              <a:tr h="500925">
                <a:tc>
                  <a:txBody>
                    <a:bodyPr/>
                    <a:lstStyle/>
                    <a:p>
                      <a:pPr lvl="0" rtl="0">
                        <a:spcBef>
                          <a:spcPts val="0"/>
                        </a:spcBef>
                        <a:buNone/>
                      </a:pPr>
                      <a:r>
                        <a:rPr lang="en" sz="1200">
                          <a:solidFill>
                            <a:srgbClr val="FFFFFF"/>
                          </a:solidFill>
                          <a:latin typeface="Muli"/>
                          <a:ea typeface="Muli"/>
                          <a:cs typeface="Muli"/>
                          <a:sym typeface="Muli"/>
                        </a:rPr>
                        <a:t>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TASK DESC.</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OBSERVATION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USER COMMENTS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1 serve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The user clicked on the + button, and assumed it was logged. They later noticed the Add to log button and put in the entry. (15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Quite easy to use</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3 serves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Since the user was familiar with the system, they now made use of the Add to log option immediately.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Simple way to log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59650">
                <a:tc>
                  <a:txBody>
                    <a:bodyPr/>
                    <a:lstStyle/>
                    <a:p>
                      <a:pPr lvl="0" algn="r" rtl="0">
                        <a:spcBef>
                          <a:spcPts val="0"/>
                        </a:spcBef>
                        <a:buNone/>
                      </a:pPr>
                      <a:r>
                        <a:rPr lang="en" sz="1200">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realize that was a mistake and you actually ate only 2 serves of vegetables. Update the logger for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It was fairly easy, they updated the value in the main screen as it was the entry of the same day.</a:t>
                      </a:r>
                    </a:p>
                    <a:p>
                      <a:pPr lvl="0" algn="ctr" rtl="0">
                        <a:lnSpc>
                          <a:spcPct val="115000"/>
                        </a:lnSpc>
                        <a:spcBef>
                          <a:spcPts val="0"/>
                        </a:spcBef>
                        <a:buNone/>
                      </a:pPr>
                      <a:r>
                        <a:rPr lang="en" sz="1200">
                          <a:solidFill>
                            <a:srgbClr val="FFFFFF"/>
                          </a:solidFill>
                          <a:latin typeface="Muli"/>
                          <a:ea typeface="Muli"/>
                          <a:cs typeface="Muli"/>
                          <a:sym typeface="Muli"/>
                        </a:rPr>
                        <a:t>(5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rgbClr val="FFFFFF"/>
                          </a:solidFill>
                          <a:latin typeface="Muli"/>
                          <a:ea typeface="Muli"/>
                          <a:cs typeface="Muli"/>
                          <a:sym typeface="Muli"/>
                        </a:rPr>
                        <a:t>Fairly easy</a:t>
                      </a:r>
                    </a:p>
                    <a:p>
                      <a:pPr lvl="0" algn="ctr" rtl="0">
                        <a:spcBef>
                          <a:spcPts val="0"/>
                        </a:spcBef>
                        <a:buNone/>
                      </a:pPr>
                      <a:endParaRPr sz="1200" b="1">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 User 2 (M,W,30,H)</a:t>
            </a:r>
          </a:p>
        </p:txBody>
      </p:sp>
      <p:graphicFrame>
        <p:nvGraphicFramePr>
          <p:cNvPr id="228" name="Shape 228"/>
          <p:cNvGraphicFramePr/>
          <p:nvPr/>
        </p:nvGraphicFramePr>
        <p:xfrm>
          <a:off x="1207400" y="861506"/>
          <a:ext cx="6744100" cy="4246509"/>
        </p:xfrm>
        <a:graphic>
          <a:graphicData uri="http://schemas.openxmlformats.org/drawingml/2006/table">
            <a:tbl>
              <a:tblPr>
                <a:noFill/>
                <a:tableStyleId>{4199B04C-DEA5-4439-8B70-B6443C4A6A9B}</a:tableStyleId>
              </a:tblPr>
              <a:tblGrid>
                <a:gridCol w="594300"/>
                <a:gridCol w="2023675"/>
                <a:gridCol w="1854900"/>
                <a:gridCol w="2271225"/>
              </a:tblGrid>
              <a:tr h="500925">
                <a:tc>
                  <a:txBody>
                    <a:bodyPr/>
                    <a:lstStyle/>
                    <a:p>
                      <a:pPr lvl="0" rtl="0">
                        <a:spcBef>
                          <a:spcPts val="0"/>
                        </a:spcBef>
                        <a:buNone/>
                      </a:pPr>
                      <a:r>
                        <a:rPr lang="en" sz="1200">
                          <a:solidFill>
                            <a:srgbClr val="FFFFFF"/>
                          </a:solidFill>
                          <a:latin typeface="Muli"/>
                          <a:ea typeface="Muli"/>
                          <a:cs typeface="Muli"/>
                          <a:sym typeface="Muli"/>
                        </a:rPr>
                        <a:t>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TASK DESC.</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OBSERVATION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USER COMMENTS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1 serve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It looks good. (10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Task achieved easily.</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3 serves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Easily done.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Veggies, Fruits and Dairy could've been in different colors. Not easily visible(number). Color combination could be better(purple and white).</a:t>
                      </a:r>
                    </a:p>
                    <a:p>
                      <a:pPr lvl="0" algn="ctr" rtl="0">
                        <a:lnSpc>
                          <a:spcPct val="115000"/>
                        </a:lnSpc>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224600">
                <a:tc>
                  <a:txBody>
                    <a:bodyPr/>
                    <a:lstStyle/>
                    <a:p>
                      <a:pPr lvl="0" algn="r" rtl="0">
                        <a:spcBef>
                          <a:spcPts val="0"/>
                        </a:spcBef>
                        <a:buNone/>
                      </a:pPr>
                      <a:r>
                        <a:rPr lang="en" sz="1200">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realize that was a mistake and you actually ate only 2 serves of vegetables. Update the logger for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Achieved. (5 seconds) </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Dynamic entry is cool. Log page can be a little colorful.</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sp>
        <p:nvSpPr>
          <p:cNvPr id="233" name="Shape 233"/>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 User 3 (F,W,30,M)</a:t>
            </a:r>
          </a:p>
        </p:txBody>
      </p:sp>
      <p:graphicFrame>
        <p:nvGraphicFramePr>
          <p:cNvPr id="234" name="Shape 234"/>
          <p:cNvGraphicFramePr/>
          <p:nvPr/>
        </p:nvGraphicFramePr>
        <p:xfrm>
          <a:off x="1207400" y="861506"/>
          <a:ext cx="6744100" cy="3685860"/>
        </p:xfrm>
        <a:graphic>
          <a:graphicData uri="http://schemas.openxmlformats.org/drawingml/2006/table">
            <a:tbl>
              <a:tblPr>
                <a:noFill/>
                <a:tableStyleId>{D5718FE8-FBC4-4B6A-9EAD-5B53EA4A8385}</a:tableStyleId>
              </a:tblPr>
              <a:tblGrid>
                <a:gridCol w="594300"/>
                <a:gridCol w="2091225"/>
                <a:gridCol w="2552650"/>
                <a:gridCol w="1505925"/>
              </a:tblGrid>
              <a:tr h="500925">
                <a:tc>
                  <a:txBody>
                    <a:bodyPr/>
                    <a:lstStyle/>
                    <a:p>
                      <a:pPr lvl="0" rtl="0">
                        <a:spcBef>
                          <a:spcPts val="0"/>
                        </a:spcBef>
                        <a:buNone/>
                      </a:pPr>
                      <a:r>
                        <a:rPr lang="en" sz="1200">
                          <a:solidFill>
                            <a:srgbClr val="FFFFFF"/>
                          </a:solidFill>
                          <a:latin typeface="Muli"/>
                          <a:ea typeface="Muli"/>
                          <a:cs typeface="Muli"/>
                          <a:sym typeface="Muli"/>
                        </a:rPr>
                        <a:t>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TASK DESC.</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OBSERVATION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USER COMMENTS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1 serve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chemeClr val="lt1"/>
                          </a:solidFill>
                          <a:latin typeface="Muli"/>
                          <a:ea typeface="Muli"/>
                          <a:cs typeface="Muli"/>
                          <a:sym typeface="Muli"/>
                        </a:rPr>
                        <a:t>The user was able to add the fruit serving very easily and quickly.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chemeClr val="lt1"/>
                          </a:solidFill>
                          <a:latin typeface="Muli"/>
                          <a:ea typeface="Muli"/>
                          <a:cs typeface="Muli"/>
                          <a:sym typeface="Muli"/>
                        </a:rPr>
                        <a:t>Very easy to perform the 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3 serves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chemeClr val="lt1"/>
                          </a:solidFill>
                          <a:latin typeface="Muli"/>
                          <a:ea typeface="Muli"/>
                          <a:cs typeface="Muli"/>
                          <a:sym typeface="Muli"/>
                        </a:rPr>
                        <a:t>Again the user could add vegetables very easily just like fruits.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chemeClr val="lt1"/>
                          </a:solidFill>
                          <a:latin typeface="Muli"/>
                          <a:ea typeface="Muli"/>
                          <a:cs typeface="Muli"/>
                          <a:sym typeface="Muli"/>
                        </a:rPr>
                        <a:t>Very easy to perform the 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59650">
                <a:tc>
                  <a:txBody>
                    <a:bodyPr/>
                    <a:lstStyle/>
                    <a:p>
                      <a:pPr lvl="0" algn="r" rtl="0">
                        <a:spcBef>
                          <a:spcPts val="0"/>
                        </a:spcBef>
                        <a:buNone/>
                      </a:pPr>
                      <a:r>
                        <a:rPr lang="en" sz="1200">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realize that was a mistake and you actually ate only 2 serves of vegetables. Update the logger for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Clr>
                          <a:schemeClr val="dk1"/>
                        </a:buClr>
                        <a:buSzPct val="91666"/>
                        <a:buFont typeface="Arial"/>
                        <a:buNone/>
                      </a:pPr>
                      <a:r>
                        <a:rPr lang="en" sz="1200">
                          <a:solidFill>
                            <a:schemeClr val="lt1"/>
                          </a:solidFill>
                          <a:latin typeface="Muli"/>
                          <a:ea typeface="Muli"/>
                          <a:cs typeface="Muli"/>
                          <a:sym typeface="Muli"/>
                        </a:rPr>
                        <a:t>User only thought of viewing the history when he was confused as to how to edit/update the food log. Needed some guidance. (20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chemeClr val="lt1"/>
                          </a:solidFill>
                          <a:latin typeface="Muli"/>
                          <a:ea typeface="Muli"/>
                          <a:cs typeface="Muli"/>
                          <a:sym typeface="Muli"/>
                        </a:rPr>
                        <a:t>Easy to find the history.</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8"/>
        <p:cNvGrpSpPr/>
        <p:nvPr/>
      </p:nvGrpSpPr>
      <p:grpSpPr>
        <a:xfrm>
          <a:off x="0" y="0"/>
          <a:ext cx="0" cy="0"/>
          <a:chOff x="0" y="0"/>
          <a:chExt cx="0" cy="0"/>
        </a:xfrm>
      </p:grpSpPr>
      <p:sp>
        <p:nvSpPr>
          <p:cNvPr id="239" name="Shape 239"/>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 User 4 (M,S,18,H)</a:t>
            </a:r>
          </a:p>
        </p:txBody>
      </p:sp>
      <p:graphicFrame>
        <p:nvGraphicFramePr>
          <p:cNvPr id="240" name="Shape 240"/>
          <p:cNvGraphicFramePr/>
          <p:nvPr/>
        </p:nvGraphicFramePr>
        <p:xfrm>
          <a:off x="1207400" y="861506"/>
          <a:ext cx="6744100" cy="4116439"/>
        </p:xfrm>
        <a:graphic>
          <a:graphicData uri="http://schemas.openxmlformats.org/drawingml/2006/table">
            <a:tbl>
              <a:tblPr>
                <a:noFill/>
                <a:tableStyleId>{9E4047E2-FF74-4148-973E-4B9AB3742443}</a:tableStyleId>
              </a:tblPr>
              <a:tblGrid>
                <a:gridCol w="594300"/>
                <a:gridCol w="2091225"/>
                <a:gridCol w="2327550"/>
                <a:gridCol w="1731025"/>
              </a:tblGrid>
              <a:tr h="500925">
                <a:tc>
                  <a:txBody>
                    <a:bodyPr/>
                    <a:lstStyle/>
                    <a:p>
                      <a:pPr lvl="0" rtl="0">
                        <a:spcBef>
                          <a:spcPts val="0"/>
                        </a:spcBef>
                        <a:buNone/>
                      </a:pPr>
                      <a:r>
                        <a:rPr lang="en" sz="1200">
                          <a:solidFill>
                            <a:srgbClr val="FFFFFF"/>
                          </a:solidFill>
                          <a:latin typeface="Muli"/>
                          <a:ea typeface="Muli"/>
                          <a:cs typeface="Muli"/>
                          <a:sym typeface="Muli"/>
                        </a:rPr>
                        <a:t>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TASK DESC.</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OBSERVATION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USER COMMENTS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1 serve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The user completed task but took some time. (15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Quite comfortable to make entry</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3 serves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User completed the task quickly.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Again very easy to add something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59650">
                <a:tc>
                  <a:txBody>
                    <a:bodyPr/>
                    <a:lstStyle/>
                    <a:p>
                      <a:pPr lvl="0" algn="r" rtl="0">
                        <a:spcBef>
                          <a:spcPts val="0"/>
                        </a:spcBef>
                        <a:buNone/>
                      </a:pPr>
                      <a:r>
                        <a:rPr lang="en" sz="1200">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realize that was a mistake and you actually ate only 2 serves of vegetables. Update the logger for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User tried to delete instead of editing the entry. Took some time to complete the task. (40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Easy to add and then modify the log. Initially clicked on delete then realised it doesn’t work. finally completed task.</a:t>
                      </a:r>
                    </a:p>
                    <a:p>
                      <a:pPr lvl="0" algn="ctr" rtl="0">
                        <a:spcBef>
                          <a:spcPts val="0"/>
                        </a:spcBef>
                        <a:buNone/>
                      </a:pPr>
                      <a:endParaRPr sz="1200" b="1">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4"/>
        <p:cNvGrpSpPr/>
        <p:nvPr/>
      </p:nvGrpSpPr>
      <p:grpSpPr>
        <a:xfrm>
          <a:off x="0" y="0"/>
          <a:ext cx="0" cy="0"/>
          <a:chOff x="0" y="0"/>
          <a:chExt cx="0" cy="0"/>
        </a:xfrm>
      </p:grpSpPr>
      <p:sp>
        <p:nvSpPr>
          <p:cNvPr id="245" name="Shape 245"/>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THINK ALOUD METHOD - User 5 (M,W,33,H)</a:t>
            </a:r>
          </a:p>
        </p:txBody>
      </p:sp>
      <p:graphicFrame>
        <p:nvGraphicFramePr>
          <p:cNvPr id="246" name="Shape 246"/>
          <p:cNvGraphicFramePr/>
          <p:nvPr/>
        </p:nvGraphicFramePr>
        <p:xfrm>
          <a:off x="1207400" y="861506"/>
          <a:ext cx="6744100" cy="4029668"/>
        </p:xfrm>
        <a:graphic>
          <a:graphicData uri="http://schemas.openxmlformats.org/drawingml/2006/table">
            <a:tbl>
              <a:tblPr>
                <a:noFill/>
                <a:tableStyleId>{976876A1-A8E3-408F-96CA-69E769FDEEF0}</a:tableStyleId>
              </a:tblPr>
              <a:tblGrid>
                <a:gridCol w="594300"/>
                <a:gridCol w="2091225"/>
                <a:gridCol w="2552650"/>
                <a:gridCol w="1505925"/>
              </a:tblGrid>
              <a:tr h="500925">
                <a:tc>
                  <a:txBody>
                    <a:bodyPr/>
                    <a:lstStyle/>
                    <a:p>
                      <a:pPr lvl="0" rtl="0">
                        <a:spcBef>
                          <a:spcPts val="0"/>
                        </a:spcBef>
                        <a:buNone/>
                      </a:pPr>
                      <a:r>
                        <a:rPr lang="en" sz="1200">
                          <a:solidFill>
                            <a:srgbClr val="FFFFFF"/>
                          </a:solidFill>
                          <a:latin typeface="Muli"/>
                          <a:ea typeface="Muli"/>
                          <a:cs typeface="Muli"/>
                          <a:sym typeface="Muli"/>
                        </a:rPr>
                        <a:t>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TASK DESC.</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OBSERVATION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USER COMMENTS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1</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1 serve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The user clicked on the + button, and assumed it was logged. They later noticed the Add to log button and put in the entry. (15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Quite easy to use</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911650">
                <a:tc>
                  <a:txBody>
                    <a:bodyPr/>
                    <a:lstStyle/>
                    <a:p>
                      <a:pPr lvl="0" algn="r" rtl="0">
                        <a:spcBef>
                          <a:spcPts val="0"/>
                        </a:spcBef>
                        <a:buNone/>
                      </a:pPr>
                      <a:r>
                        <a:rPr lang="en" sz="1200">
                          <a:solidFill>
                            <a:srgbClr val="FFFFFF"/>
                          </a:solidFill>
                          <a:latin typeface="Muli"/>
                          <a:ea typeface="Muli"/>
                          <a:cs typeface="Muli"/>
                          <a:sym typeface="Muli"/>
                        </a:rPr>
                        <a:t>2</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recall that you ate 3 serves of fruit today. Log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Since the user was familiar with the system, they now made use of the Add to log option immediately. (5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Simple way to log</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59650">
                <a:tc>
                  <a:txBody>
                    <a:bodyPr/>
                    <a:lstStyle/>
                    <a:p>
                      <a:pPr lvl="0" algn="r" rtl="0">
                        <a:spcBef>
                          <a:spcPts val="0"/>
                        </a:spcBef>
                        <a:buNone/>
                      </a:pPr>
                      <a:r>
                        <a:rPr lang="en" sz="1200">
                          <a:solidFill>
                            <a:srgbClr val="FFFFFF"/>
                          </a:solidFill>
                          <a:latin typeface="Muli"/>
                          <a:ea typeface="Muli"/>
                          <a:cs typeface="Muli"/>
                          <a:sym typeface="Muli"/>
                        </a:rPr>
                        <a:t>3</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You realize that was a mistake and you actually ate only 2 serves of vegetables. Update the logger for that</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It was fairly easy, they updated the value in the main screen as it was the entry of the same day.</a:t>
                      </a:r>
                    </a:p>
                    <a:p>
                      <a:pPr lvl="0" algn="ctr" rtl="0">
                        <a:lnSpc>
                          <a:spcPct val="115000"/>
                        </a:lnSpc>
                        <a:spcBef>
                          <a:spcPts val="0"/>
                        </a:spcBef>
                        <a:buNone/>
                      </a:pPr>
                      <a:r>
                        <a:rPr lang="en" sz="1200">
                          <a:solidFill>
                            <a:srgbClr val="FFFFFF"/>
                          </a:solidFill>
                          <a:latin typeface="Muli"/>
                          <a:ea typeface="Muli"/>
                          <a:cs typeface="Muli"/>
                          <a:sym typeface="Muli"/>
                        </a:rPr>
                        <a:t>(5 seconds)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lnSpc>
                          <a:spcPct val="115000"/>
                        </a:lnSpc>
                        <a:spcBef>
                          <a:spcPts val="0"/>
                        </a:spcBef>
                        <a:buNone/>
                      </a:pPr>
                      <a:r>
                        <a:rPr lang="en" sz="1200">
                          <a:solidFill>
                            <a:srgbClr val="FFFFFF"/>
                          </a:solidFill>
                          <a:latin typeface="Muli"/>
                          <a:ea typeface="Muli"/>
                          <a:cs typeface="Muli"/>
                          <a:sym typeface="Muli"/>
                        </a:rPr>
                        <a:t>Fairly easy</a:t>
                      </a:r>
                    </a:p>
                    <a:p>
                      <a:pPr lvl="0" algn="ctr" rtl="0">
                        <a:spcBef>
                          <a:spcPts val="0"/>
                        </a:spcBef>
                        <a:buNone/>
                      </a:pPr>
                      <a:endParaRPr sz="1200" b="1">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sp>
        <p:nvSpPr>
          <p:cNvPr id="251" name="Shape 251"/>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SUMMARY OF KEY PROBLEMS</a:t>
            </a:r>
          </a:p>
        </p:txBody>
      </p:sp>
      <p:sp>
        <p:nvSpPr>
          <p:cNvPr id="252" name="Shape 252"/>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buClr>
                <a:schemeClr val="lt1"/>
              </a:buClr>
              <a:buSzPct val="100000"/>
            </a:pPr>
            <a:r>
              <a:rPr lang="en" dirty="0"/>
              <a:t>The log page looks dull. </a:t>
            </a:r>
          </a:p>
          <a:p>
            <a:pPr marL="457200" lvl="0" indent="-228600" rtl="0">
              <a:lnSpc>
                <a:spcPct val="150000"/>
              </a:lnSpc>
              <a:spcBef>
                <a:spcPts val="0"/>
              </a:spcBef>
              <a:buClr>
                <a:schemeClr val="lt1"/>
              </a:buClr>
              <a:buSzPct val="100000"/>
            </a:pPr>
            <a:r>
              <a:rPr lang="en" dirty="0"/>
              <a:t>Different colours could be provided for each of the food class instead of having them all purple.</a:t>
            </a:r>
          </a:p>
          <a:p>
            <a:pPr marL="457200" lvl="0" indent="-228600" rtl="0">
              <a:lnSpc>
                <a:spcPct val="150000"/>
              </a:lnSpc>
              <a:spcBef>
                <a:spcPts val="0"/>
              </a:spcBef>
              <a:buClr>
                <a:schemeClr val="lt1"/>
              </a:buClr>
              <a:buSzPct val="100000"/>
            </a:pPr>
            <a:r>
              <a:rPr lang="en" dirty="0"/>
              <a:t>A few users felt the need for ‘Add to log’ button unnecessary.</a:t>
            </a:r>
          </a:p>
          <a:p>
            <a:pPr lvl="0" rtl="0">
              <a:lnSpc>
                <a:spcPct val="150000"/>
              </a:lnSpc>
              <a:spcBef>
                <a:spcPts val="700"/>
              </a:spcBef>
              <a:buNone/>
            </a:pPr>
            <a:endParaRPr dirty="0"/>
          </a:p>
          <a:p>
            <a:pPr lvl="0" rtl="0">
              <a:lnSpc>
                <a:spcPct val="150000"/>
              </a:lnSpc>
              <a:spcBef>
                <a:spcPts val="700"/>
              </a:spcBef>
              <a:buNone/>
            </a:pPr>
            <a:endParaRPr dirty="0"/>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Shape 257"/>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CRITIQUE</a:t>
            </a:r>
          </a:p>
        </p:txBody>
      </p:sp>
      <p:sp>
        <p:nvSpPr>
          <p:cNvPr id="258" name="Shape 258"/>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lnSpc>
                <a:spcPct val="150000"/>
              </a:lnSpc>
              <a:spcBef>
                <a:spcPts val="0"/>
              </a:spcBef>
              <a:spcAft>
                <a:spcPts val="1600"/>
              </a:spcAft>
              <a:buClr>
                <a:srgbClr val="FFFFFF"/>
              </a:buClr>
              <a:buSzPct val="100000"/>
            </a:pPr>
            <a:r>
              <a:rPr lang="en" dirty="0"/>
              <a:t>Could have made use of more tasks</a:t>
            </a:r>
          </a:p>
          <a:p>
            <a:pPr marL="457200" lvl="0" indent="-228600" rtl="0">
              <a:lnSpc>
                <a:spcPct val="150000"/>
              </a:lnSpc>
              <a:spcBef>
                <a:spcPts val="0"/>
              </a:spcBef>
              <a:spcAft>
                <a:spcPts val="1600"/>
              </a:spcAft>
              <a:buClr>
                <a:srgbClr val="FFFFFF"/>
              </a:buClr>
              <a:buSzPct val="100000"/>
            </a:pPr>
            <a:r>
              <a:rPr lang="en" dirty="0"/>
              <a:t>The Think Alouds are performed by 5 users with similar demographic background</a:t>
            </a:r>
          </a:p>
          <a:p>
            <a:pPr marL="457200" lvl="0" indent="-228600" rtl="0">
              <a:lnSpc>
                <a:spcPct val="150000"/>
              </a:lnSpc>
              <a:spcBef>
                <a:spcPts val="0"/>
              </a:spcBef>
              <a:spcAft>
                <a:spcPts val="1600"/>
              </a:spcAft>
              <a:buClr>
                <a:srgbClr val="FFFFFF"/>
              </a:buClr>
              <a:buSzPct val="100000"/>
            </a:pPr>
            <a:r>
              <a:rPr lang="en" dirty="0"/>
              <a:t>The tasks are not covering the entire functionality of the system</a:t>
            </a:r>
          </a:p>
          <a:p>
            <a:pPr marL="457200" lvl="0" indent="-228600" rtl="0">
              <a:lnSpc>
                <a:spcPct val="150000"/>
              </a:lnSpc>
              <a:spcBef>
                <a:spcPts val="0"/>
              </a:spcBef>
              <a:spcAft>
                <a:spcPts val="1600"/>
              </a:spcAft>
              <a:buClr>
                <a:srgbClr val="FFFFFF"/>
              </a:buClr>
              <a:buSzPct val="100000"/>
            </a:pPr>
            <a:r>
              <a:rPr lang="en" dirty="0"/>
              <a:t>The system is just a prototype and not a working application making it difficult for the user to think-aloud the tasks</a:t>
            </a:r>
          </a:p>
          <a:p>
            <a:pPr lvl="0" rtl="0">
              <a:lnSpc>
                <a:spcPct val="150000"/>
              </a:lnSpc>
              <a:spcBef>
                <a:spcPts val="700"/>
              </a:spcBef>
              <a:buNone/>
            </a:pPr>
            <a:endParaRPr dirty="0"/>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B2FF"/>
        </a:solidFill>
        <a:effectLst/>
      </p:bgPr>
    </p:bg>
    <p:spTree>
      <p:nvGrpSpPr>
        <p:cNvPr id="1" name="Shape 262"/>
        <p:cNvGrpSpPr/>
        <p:nvPr/>
      </p:nvGrpSpPr>
      <p:grpSpPr>
        <a:xfrm>
          <a:off x="0" y="0"/>
          <a:ext cx="0" cy="0"/>
          <a:chOff x="0" y="0"/>
          <a:chExt cx="0" cy="0"/>
        </a:xfrm>
      </p:grpSpPr>
      <p:graphicFrame>
        <p:nvGraphicFramePr>
          <p:cNvPr id="263" name="Shape 263"/>
          <p:cNvGraphicFramePr/>
          <p:nvPr/>
        </p:nvGraphicFramePr>
        <p:xfrm>
          <a:off x="349900" y="636475"/>
          <a:ext cx="8444200" cy="4292492"/>
        </p:xfrm>
        <a:graphic>
          <a:graphicData uri="http://schemas.openxmlformats.org/drawingml/2006/table">
            <a:tbl>
              <a:tblPr>
                <a:noFill/>
                <a:tableStyleId>{068EBF60-94FB-4F52-A0D0-523D827D0FDA}</a:tableStyleId>
              </a:tblPr>
              <a:tblGrid>
                <a:gridCol w="2586325"/>
                <a:gridCol w="485775"/>
                <a:gridCol w="685800"/>
                <a:gridCol w="485775"/>
                <a:gridCol w="685800"/>
                <a:gridCol w="485775"/>
                <a:gridCol w="685800"/>
                <a:gridCol w="485775"/>
                <a:gridCol w="685800"/>
                <a:gridCol w="485775"/>
                <a:gridCol w="685800"/>
              </a:tblGrid>
              <a:tr h="219075">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gridSpan="2">
                  <a:txBody>
                    <a:bodyPr/>
                    <a:lstStyle/>
                    <a:p>
                      <a:pPr lvl="0" algn="ctr" rtl="0">
                        <a:lnSpc>
                          <a:spcPct val="115000"/>
                        </a:lnSpc>
                        <a:spcBef>
                          <a:spcPts val="0"/>
                        </a:spcBef>
                        <a:buNone/>
                      </a:pPr>
                      <a:r>
                        <a:rPr lang="en" sz="1200">
                          <a:latin typeface="Muli"/>
                          <a:ea typeface="Muli"/>
                          <a:cs typeface="Muli"/>
                          <a:sym typeface="Muli"/>
                        </a:rPr>
                        <a:t>USER 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lvl="0" algn="ctr" rtl="0">
                        <a:lnSpc>
                          <a:spcPct val="115000"/>
                        </a:lnSpc>
                        <a:spcBef>
                          <a:spcPts val="0"/>
                        </a:spcBef>
                        <a:buNone/>
                      </a:pPr>
                      <a:r>
                        <a:rPr lang="en" sz="1200">
                          <a:latin typeface="Muli"/>
                          <a:ea typeface="Muli"/>
                          <a:cs typeface="Muli"/>
                          <a:sym typeface="Muli"/>
                        </a:rPr>
                        <a:t>USER 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lvl="0" algn="ctr" rtl="0">
                        <a:lnSpc>
                          <a:spcPct val="115000"/>
                        </a:lnSpc>
                        <a:spcBef>
                          <a:spcPts val="0"/>
                        </a:spcBef>
                        <a:buNone/>
                      </a:pPr>
                      <a:r>
                        <a:rPr lang="en" sz="1200">
                          <a:latin typeface="Muli"/>
                          <a:ea typeface="Muli"/>
                          <a:cs typeface="Muli"/>
                          <a:sym typeface="Muli"/>
                        </a:rPr>
                        <a:t>USER 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lvl="0" algn="ctr" rtl="0">
                        <a:lnSpc>
                          <a:spcPct val="115000"/>
                        </a:lnSpc>
                        <a:spcBef>
                          <a:spcPts val="0"/>
                        </a:spcBef>
                        <a:buNone/>
                      </a:pPr>
                      <a:r>
                        <a:rPr lang="en" sz="1200">
                          <a:latin typeface="Muli"/>
                          <a:ea typeface="Muli"/>
                          <a:cs typeface="Muli"/>
                          <a:sym typeface="Muli"/>
                        </a:rPr>
                        <a:t>USER 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lvl="0" algn="ctr" rtl="0">
                        <a:lnSpc>
                          <a:spcPct val="115000"/>
                        </a:lnSpc>
                        <a:spcBef>
                          <a:spcPts val="0"/>
                        </a:spcBef>
                        <a:buNone/>
                      </a:pPr>
                      <a:r>
                        <a:rPr lang="en" sz="1200">
                          <a:latin typeface="Muli"/>
                          <a:ea typeface="Muli"/>
                          <a:cs typeface="Muli"/>
                          <a:sym typeface="Muli"/>
                        </a:rPr>
                        <a:t>USER 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D9D9D9"/>
                    </a:solidFill>
                  </a:tcPr>
                </a:tc>
                <a:tc hMerge="1">
                  <a:txBody>
                    <a:bodyPr/>
                    <a:lstStyle/>
                    <a:p>
                      <a:endParaRPr lang="en-US"/>
                    </a:p>
                  </a:txBody>
                  <a:tcPr/>
                </a:tc>
              </a:tr>
              <a:tr h="200025">
                <a:tc>
                  <a:txBody>
                    <a:bodyPr/>
                    <a:lstStyle/>
                    <a:p>
                      <a:pPr lvl="0" rtl="0">
                        <a:lnSpc>
                          <a:spcPct val="115000"/>
                        </a:lnSpc>
                        <a:spcBef>
                          <a:spcPts val="0"/>
                        </a:spcBef>
                        <a:buNone/>
                      </a:pPr>
                      <a:r>
                        <a:rPr lang="en" sz="800">
                          <a:latin typeface="Muli"/>
                          <a:ea typeface="Muli"/>
                          <a:cs typeface="Muli"/>
                          <a:sym typeface="Muli"/>
                        </a:rPr>
                        <a:t>Description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Result</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Calculation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Result</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Calculation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Result</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Calculation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Result</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Calculation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Result</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c>
                  <a:txBody>
                    <a:bodyPr/>
                    <a:lstStyle/>
                    <a:p>
                      <a:pPr lvl="0" rtl="0">
                        <a:lnSpc>
                          <a:spcPct val="115000"/>
                        </a:lnSpc>
                        <a:spcBef>
                          <a:spcPts val="0"/>
                        </a:spcBef>
                        <a:buNone/>
                      </a:pPr>
                      <a:r>
                        <a:rPr lang="en" sz="800">
                          <a:latin typeface="Muli"/>
                          <a:ea typeface="Muli"/>
                          <a:cs typeface="Muli"/>
                          <a:sym typeface="Muli"/>
                        </a:rPr>
                        <a:t>Calculation</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4CCCC"/>
                    </a:solidFill>
                  </a:tcPr>
                </a:tc>
              </a:tr>
              <a:tr h="200025">
                <a:tc>
                  <a:txBody>
                    <a:bodyPr/>
                    <a:lstStyle/>
                    <a:p>
                      <a:pPr lvl="0" rtl="0">
                        <a:lnSpc>
                          <a:spcPct val="115000"/>
                        </a:lnSpc>
                        <a:spcBef>
                          <a:spcPts val="0"/>
                        </a:spcBef>
                        <a:buNone/>
                      </a:pPr>
                      <a:r>
                        <a:rPr lang="en" sz="800">
                          <a:latin typeface="Muli"/>
                          <a:ea typeface="Muli"/>
                          <a:cs typeface="Muli"/>
                          <a:sym typeface="Muli"/>
                        </a:rPr>
                        <a:t>I think that I would like to use this system.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lnSpc>
                          <a:spcPct val="115000"/>
                        </a:lnSpc>
                        <a:spcBef>
                          <a:spcPts val="0"/>
                        </a:spcBef>
                        <a:buNone/>
                      </a:pPr>
                      <a:r>
                        <a:rPr lang="en" sz="800">
                          <a:latin typeface="Muli"/>
                          <a:ea typeface="Muli"/>
                          <a:cs typeface="Muli"/>
                          <a:sym typeface="Muli"/>
                        </a:rPr>
                        <a:t>I found the system unnecessarily complex.</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lnSpc>
                          <a:spcPct val="115000"/>
                        </a:lnSpc>
                        <a:spcBef>
                          <a:spcPts val="0"/>
                        </a:spcBef>
                        <a:buNone/>
                      </a:pPr>
                      <a:r>
                        <a:rPr lang="en" sz="800">
                          <a:latin typeface="Muli"/>
                          <a:ea typeface="Muli"/>
                          <a:cs typeface="Muli"/>
                          <a:sym typeface="Muli"/>
                        </a:rPr>
                        <a:t>I thought the system was easy to use.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33375">
                <a:tc>
                  <a:txBody>
                    <a:bodyPr/>
                    <a:lstStyle/>
                    <a:p>
                      <a:pPr lvl="0" rtl="0">
                        <a:lnSpc>
                          <a:spcPct val="115000"/>
                        </a:lnSpc>
                        <a:spcBef>
                          <a:spcPts val="0"/>
                        </a:spcBef>
                        <a:buNone/>
                      </a:pPr>
                      <a:r>
                        <a:rPr lang="en" sz="800">
                          <a:latin typeface="Muli"/>
                          <a:ea typeface="Muli"/>
                          <a:cs typeface="Muli"/>
                          <a:sym typeface="Muli"/>
                        </a:rPr>
                        <a:t>I think that I would need the support of a technical person to be able to use this system.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33375">
                <a:tc>
                  <a:txBody>
                    <a:bodyPr/>
                    <a:lstStyle/>
                    <a:p>
                      <a:pPr lvl="0" rtl="0">
                        <a:lnSpc>
                          <a:spcPct val="115000"/>
                        </a:lnSpc>
                        <a:spcBef>
                          <a:spcPts val="0"/>
                        </a:spcBef>
                        <a:buNone/>
                      </a:pPr>
                      <a:r>
                        <a:rPr lang="en" sz="800">
                          <a:latin typeface="Muli"/>
                          <a:ea typeface="Muli"/>
                          <a:cs typeface="Muli"/>
                          <a:sym typeface="Muli"/>
                        </a:rPr>
                        <a:t>I found the various functions in the system were well integrated.</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33375">
                <a:tc>
                  <a:txBody>
                    <a:bodyPr/>
                    <a:lstStyle/>
                    <a:p>
                      <a:pPr lvl="0" rtl="0">
                        <a:lnSpc>
                          <a:spcPct val="115000"/>
                        </a:lnSpc>
                        <a:spcBef>
                          <a:spcPts val="0"/>
                        </a:spcBef>
                        <a:buNone/>
                      </a:pPr>
                      <a:r>
                        <a:rPr lang="en" sz="800">
                          <a:latin typeface="Muli"/>
                          <a:ea typeface="Muli"/>
                          <a:cs typeface="Muli"/>
                          <a:sym typeface="Muli"/>
                        </a:rPr>
                        <a:t>I thought there was too much inconsistency in the system.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33375">
                <a:tc>
                  <a:txBody>
                    <a:bodyPr/>
                    <a:lstStyle/>
                    <a:p>
                      <a:pPr lvl="0" rtl="0">
                        <a:lnSpc>
                          <a:spcPct val="115000"/>
                        </a:lnSpc>
                        <a:spcBef>
                          <a:spcPts val="0"/>
                        </a:spcBef>
                        <a:buNone/>
                      </a:pPr>
                      <a:r>
                        <a:rPr lang="en" sz="800">
                          <a:latin typeface="Muli"/>
                          <a:ea typeface="Muli"/>
                          <a:cs typeface="Muli"/>
                          <a:sym typeface="Muli"/>
                        </a:rPr>
                        <a:t>I would imagine that most people would learn to use this system very quickly.</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0</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lnSpc>
                          <a:spcPct val="115000"/>
                        </a:lnSpc>
                        <a:spcBef>
                          <a:spcPts val="0"/>
                        </a:spcBef>
                        <a:buNone/>
                      </a:pPr>
                      <a:r>
                        <a:rPr lang="en" sz="800">
                          <a:latin typeface="Muli"/>
                          <a:ea typeface="Muli"/>
                          <a:cs typeface="Muli"/>
                          <a:sym typeface="Muli"/>
                        </a:rPr>
                        <a:t>I found this system very cumbersome to use.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lnSpc>
                          <a:spcPct val="115000"/>
                        </a:lnSpc>
                        <a:spcBef>
                          <a:spcPts val="0"/>
                        </a:spcBef>
                        <a:buNone/>
                      </a:pPr>
                      <a:r>
                        <a:rPr lang="en" sz="800">
                          <a:latin typeface="Muli"/>
                          <a:ea typeface="Muli"/>
                          <a:cs typeface="Muli"/>
                          <a:sym typeface="Muli"/>
                        </a:rPr>
                        <a:t>I felt very confident using the system.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33375">
                <a:tc>
                  <a:txBody>
                    <a:bodyPr/>
                    <a:lstStyle/>
                    <a:p>
                      <a:pPr lvl="0" rtl="0">
                        <a:lnSpc>
                          <a:spcPct val="115000"/>
                        </a:lnSpc>
                        <a:spcBef>
                          <a:spcPts val="0"/>
                        </a:spcBef>
                        <a:buNone/>
                      </a:pPr>
                      <a:r>
                        <a:rPr lang="en" sz="800">
                          <a:latin typeface="Muli"/>
                          <a:ea typeface="Muli"/>
                          <a:cs typeface="Muli"/>
                          <a:sym typeface="Muli"/>
                        </a:rPr>
                        <a:t>I needed to learn alot of things before I could get going with this system.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3F3F3"/>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200025">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Sum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33</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Sum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34</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Sum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37</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Sum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25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Sum</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sz="1000">
                          <a:latin typeface="Muli"/>
                          <a:ea typeface="Muli"/>
                          <a:cs typeface="Muli"/>
                          <a:sym typeface="Muli"/>
                        </a:rPr>
                        <a:t>31</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r>
              <a:tr h="392225">
                <a:tc>
                  <a:txBody>
                    <a:bodyPr/>
                    <a:lstStyle/>
                    <a:p>
                      <a:pPr lvl="0" rtl="0">
                        <a:spcBef>
                          <a:spcPts val="0"/>
                        </a:spcBef>
                        <a:buNone/>
                      </a:pPr>
                      <a:endParaRPr sz="800">
                        <a:latin typeface="Muli"/>
                        <a:ea typeface="Muli"/>
                        <a:cs typeface="Muli"/>
                        <a:sym typeface="Muli"/>
                      </a:endParaRP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rtl="0">
                        <a:lnSpc>
                          <a:spcPct val="115000"/>
                        </a:lnSpc>
                        <a:spcBef>
                          <a:spcPts val="0"/>
                        </a:spcBef>
                        <a:buNone/>
                      </a:pPr>
                      <a:r>
                        <a:rPr lang="en" sz="1000">
                          <a:latin typeface="Muli"/>
                          <a:ea typeface="Muli"/>
                          <a:cs typeface="Muli"/>
                          <a:sym typeface="Muli"/>
                        </a:rPr>
                        <a:t>Score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b="1">
                          <a:latin typeface="Muli"/>
                          <a:ea typeface="Muli"/>
                          <a:cs typeface="Muli"/>
                          <a:sym typeface="Muli"/>
                        </a:rPr>
                        <a:t>82.5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00"/>
                    </a:solidFill>
                  </a:tcPr>
                </a:tc>
                <a:tc>
                  <a:txBody>
                    <a:bodyPr/>
                    <a:lstStyle/>
                    <a:p>
                      <a:pPr lvl="0" rtl="0">
                        <a:lnSpc>
                          <a:spcPct val="115000"/>
                        </a:lnSpc>
                        <a:spcBef>
                          <a:spcPts val="0"/>
                        </a:spcBef>
                        <a:buNone/>
                      </a:pPr>
                      <a:r>
                        <a:rPr lang="en" sz="1000">
                          <a:latin typeface="Muli"/>
                          <a:ea typeface="Muli"/>
                          <a:cs typeface="Muli"/>
                          <a:sym typeface="Muli"/>
                        </a:rPr>
                        <a:t>Score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b="1">
                          <a:latin typeface="Muli"/>
                          <a:ea typeface="Muli"/>
                          <a:cs typeface="Muli"/>
                          <a:sym typeface="Muli"/>
                        </a:rPr>
                        <a:t>85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00"/>
                    </a:solidFill>
                  </a:tcPr>
                </a:tc>
                <a:tc>
                  <a:txBody>
                    <a:bodyPr/>
                    <a:lstStyle/>
                    <a:p>
                      <a:pPr lvl="0" rtl="0">
                        <a:lnSpc>
                          <a:spcPct val="115000"/>
                        </a:lnSpc>
                        <a:spcBef>
                          <a:spcPts val="0"/>
                        </a:spcBef>
                        <a:buNone/>
                      </a:pPr>
                      <a:r>
                        <a:rPr lang="en" sz="1000">
                          <a:latin typeface="Muli"/>
                          <a:ea typeface="Muli"/>
                          <a:cs typeface="Muli"/>
                          <a:sym typeface="Muli"/>
                        </a:rPr>
                        <a:t>Score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b="1">
                          <a:latin typeface="Muli"/>
                          <a:ea typeface="Muli"/>
                          <a:cs typeface="Muli"/>
                          <a:sym typeface="Muli"/>
                        </a:rPr>
                        <a:t>92.5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00"/>
                    </a:solidFill>
                  </a:tcPr>
                </a:tc>
                <a:tc>
                  <a:txBody>
                    <a:bodyPr/>
                    <a:lstStyle/>
                    <a:p>
                      <a:pPr lvl="0" rtl="0">
                        <a:lnSpc>
                          <a:spcPct val="115000"/>
                        </a:lnSpc>
                        <a:spcBef>
                          <a:spcPts val="0"/>
                        </a:spcBef>
                        <a:buNone/>
                      </a:pPr>
                      <a:r>
                        <a:rPr lang="en" sz="1000">
                          <a:latin typeface="Muli"/>
                          <a:ea typeface="Muli"/>
                          <a:cs typeface="Muli"/>
                          <a:sym typeface="Muli"/>
                        </a:rPr>
                        <a:t>Score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b="1">
                          <a:latin typeface="Muli"/>
                          <a:ea typeface="Muli"/>
                          <a:cs typeface="Muli"/>
                          <a:sym typeface="Muli"/>
                        </a:rPr>
                        <a:t>62.5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00"/>
                    </a:solidFill>
                  </a:tcPr>
                </a:tc>
                <a:tc>
                  <a:txBody>
                    <a:bodyPr/>
                    <a:lstStyle/>
                    <a:p>
                      <a:pPr lvl="0" rtl="0">
                        <a:lnSpc>
                          <a:spcPct val="115000"/>
                        </a:lnSpc>
                        <a:spcBef>
                          <a:spcPts val="0"/>
                        </a:spcBef>
                        <a:buNone/>
                      </a:pPr>
                      <a:r>
                        <a:rPr lang="en" sz="1000">
                          <a:latin typeface="Muli"/>
                          <a:ea typeface="Muli"/>
                          <a:cs typeface="Muli"/>
                          <a:sym typeface="Muli"/>
                        </a:rPr>
                        <a:t>Score</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FF"/>
                    </a:solidFill>
                  </a:tcPr>
                </a:tc>
                <a:tc>
                  <a:txBody>
                    <a:bodyPr/>
                    <a:lstStyle/>
                    <a:p>
                      <a:pPr lvl="0" algn="r" rtl="0">
                        <a:lnSpc>
                          <a:spcPct val="115000"/>
                        </a:lnSpc>
                        <a:spcBef>
                          <a:spcPts val="0"/>
                        </a:spcBef>
                        <a:buNone/>
                      </a:pPr>
                      <a:r>
                        <a:rPr lang="en" b="1">
                          <a:latin typeface="Muli"/>
                          <a:ea typeface="Muli"/>
                          <a:cs typeface="Muli"/>
                          <a:sym typeface="Muli"/>
                        </a:rPr>
                        <a:t>77.5</a:t>
                      </a:r>
                    </a:p>
                  </a:txBody>
                  <a:tcPr marL="28575" marR="28575" marT="19050" marB="19050" anchor="b">
                    <a:lnL w="9525" cap="flat" cmpd="sng">
                      <a:solidFill>
                        <a:srgbClr val="000000"/>
                      </a:solidFill>
                      <a:prstDash val="solid"/>
                      <a:round/>
                      <a:headEnd type="none" w="med" len="med"/>
                      <a:tailEnd type="none" w="med" len="med"/>
                    </a:lnL>
                    <a:lnR w="9525" cap="flat" cmpd="sng">
                      <a:solidFill>
                        <a:srgbClr val="000000"/>
                      </a:solidFill>
                      <a:prstDash val="solid"/>
                      <a:round/>
                      <a:headEnd type="none" w="med" len="med"/>
                      <a:tailEnd type="none" w="med" len="med"/>
                    </a:lnR>
                    <a:lnT w="9525" cap="flat" cmpd="sng">
                      <a:solidFill>
                        <a:srgbClr val="000000"/>
                      </a:solidFill>
                      <a:prstDash val="solid"/>
                      <a:round/>
                      <a:headEnd type="none" w="med" len="med"/>
                      <a:tailEnd type="none" w="med" len="med"/>
                    </a:lnT>
                    <a:lnB w="9525" cap="flat" cmpd="sng">
                      <a:solidFill>
                        <a:srgbClr val="000000"/>
                      </a:solidFill>
                      <a:prstDash val="solid"/>
                      <a:round/>
                      <a:headEnd type="none" w="med" len="med"/>
                      <a:tailEnd type="none" w="med" len="med"/>
                    </a:lnB>
                    <a:solidFill>
                      <a:srgbClr val="FFFF00"/>
                    </a:solidFill>
                  </a:tcPr>
                </a:tc>
              </a:tr>
              <a:tr h="0">
                <a:tc>
                  <a:txBody>
                    <a:bodyPr/>
                    <a:lstStyle/>
                    <a:p>
                      <a:pPr lvl="0" rtl="0">
                        <a:spcBef>
                          <a:spcPts val="0"/>
                        </a:spcBef>
                        <a:buNone/>
                      </a:pPr>
                      <a:endParaRPr sz="800">
                        <a:solidFill>
                          <a:srgbClr val="FFFFFF"/>
                        </a:solidFill>
                        <a:latin typeface="Muli"/>
                        <a:ea typeface="Muli"/>
                        <a:cs typeface="Muli"/>
                        <a:sym typeface="Muli"/>
                      </a:endParaRPr>
                    </a:p>
                  </a:txBody>
                  <a:tcPr marL="28575" marR="28575" marT="19050" marB="19050" anchor="b">
                    <a:lnT w="9525" cap="flat" cmpd="sng">
                      <a:solidFill>
                        <a:srgbClr val="000000"/>
                      </a:solidFill>
                      <a:prstDash val="solid"/>
                      <a:round/>
                      <a:headEnd type="none" w="med" len="med"/>
                      <a:tailEnd type="none" w="med" len="med"/>
                    </a:lnT>
                  </a:tcPr>
                </a:tc>
                <a:tc>
                  <a:txBody>
                    <a:bodyPr/>
                    <a:lstStyle/>
                    <a:p>
                      <a:pPr lvl="0" rtl="0">
                        <a:spcBef>
                          <a:spcPts val="0"/>
                        </a:spcBef>
                        <a:buNone/>
                      </a:pPr>
                      <a:r>
                        <a:rPr lang="en" sz="800">
                          <a:solidFill>
                            <a:srgbClr val="FFFFFF"/>
                          </a:solidFill>
                          <a:latin typeface="Muli"/>
                          <a:ea typeface="Muli"/>
                          <a:cs typeface="Muli"/>
                          <a:sym typeface="Muli"/>
                        </a:rPr>
                        <a:t>Key:</a:t>
                      </a:r>
                    </a:p>
                  </a:txBody>
                  <a:tcPr marL="91425" marR="91425" marT="91425" marB="91425">
                    <a:lnT w="9525" cap="flat" cmpd="sng">
                      <a:solidFill>
                        <a:srgbClr val="000000"/>
                      </a:solidFill>
                      <a:prstDash val="solid"/>
                      <a:round/>
                      <a:headEnd type="none" w="med" len="med"/>
                      <a:tailEnd type="none" w="med" len="med"/>
                    </a:lnT>
                  </a:tcPr>
                </a:tc>
                <a:tc gridSpan="4">
                  <a:txBody>
                    <a:bodyPr/>
                    <a:lstStyle/>
                    <a:p>
                      <a:pPr lvl="0" rtl="0">
                        <a:lnSpc>
                          <a:spcPct val="115000"/>
                        </a:lnSpc>
                        <a:spcBef>
                          <a:spcPts val="0"/>
                        </a:spcBef>
                        <a:buNone/>
                      </a:pPr>
                      <a:r>
                        <a:rPr lang="en" sz="800">
                          <a:solidFill>
                            <a:srgbClr val="FFFFFF"/>
                          </a:solidFill>
                          <a:latin typeface="Muli"/>
                          <a:ea typeface="Muli"/>
                          <a:cs typeface="Muli"/>
                          <a:sym typeface="Muli"/>
                        </a:rPr>
                        <a:t>1 - Strongly disagree, 5 - Strongly agree</a:t>
                      </a:r>
                    </a:p>
                  </a:txBody>
                  <a:tcPr marL="28575" marR="28575" marT="19050" marB="19050" anchor="b">
                    <a:lnT w="9525" cap="flat" cmpd="sng">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rtl="0">
                        <a:spcBef>
                          <a:spcPts val="0"/>
                        </a:spcBef>
                        <a:buNone/>
                      </a:pPr>
                      <a:endParaRPr sz="800">
                        <a:solidFill>
                          <a:srgbClr val="FFFFFF"/>
                        </a:solidFill>
                        <a:latin typeface="Muli"/>
                        <a:ea typeface="Muli"/>
                        <a:cs typeface="Muli"/>
                        <a:sym typeface="Muli"/>
                      </a:endParaRPr>
                    </a:p>
                  </a:txBody>
                  <a:tcPr marL="91425" marR="91425" marT="91425" marB="91425">
                    <a:lnT w="9525" cap="flat" cmpd="sng">
                      <a:solidFill>
                        <a:srgbClr val="000000"/>
                      </a:solidFill>
                      <a:prstDash val="solid"/>
                      <a:round/>
                      <a:headEnd type="none" w="med" len="med"/>
                      <a:tailEnd type="none" w="med" len="med"/>
                    </a:lnT>
                  </a:tcPr>
                </a:tc>
                <a:tc>
                  <a:txBody>
                    <a:bodyPr/>
                    <a:lstStyle/>
                    <a:p>
                      <a:pPr lvl="0" rtl="0">
                        <a:spcBef>
                          <a:spcPts val="0"/>
                        </a:spcBef>
                        <a:buNone/>
                      </a:pPr>
                      <a:endParaRPr sz="800">
                        <a:solidFill>
                          <a:srgbClr val="FFFFFF"/>
                        </a:solidFill>
                        <a:latin typeface="Muli"/>
                        <a:ea typeface="Muli"/>
                        <a:cs typeface="Muli"/>
                        <a:sym typeface="Muli"/>
                      </a:endParaRPr>
                    </a:p>
                  </a:txBody>
                  <a:tcPr marL="91425" marR="91425" marT="91425" marB="91425">
                    <a:lnT w="9525" cap="flat" cmpd="sng">
                      <a:solidFill>
                        <a:srgbClr val="000000"/>
                      </a:solidFill>
                      <a:prstDash val="solid"/>
                      <a:round/>
                      <a:headEnd type="none" w="med" len="med"/>
                      <a:tailEnd type="none" w="med" len="med"/>
                    </a:lnT>
                  </a:tcPr>
                </a:tc>
                <a:tc>
                  <a:txBody>
                    <a:bodyPr/>
                    <a:lstStyle/>
                    <a:p>
                      <a:pPr lvl="0" rtl="0">
                        <a:spcBef>
                          <a:spcPts val="0"/>
                        </a:spcBef>
                        <a:buNone/>
                      </a:pPr>
                      <a:endParaRPr sz="800">
                        <a:solidFill>
                          <a:srgbClr val="FFFFFF"/>
                        </a:solidFill>
                        <a:latin typeface="Muli"/>
                        <a:ea typeface="Muli"/>
                        <a:cs typeface="Muli"/>
                        <a:sym typeface="Muli"/>
                      </a:endParaRPr>
                    </a:p>
                  </a:txBody>
                  <a:tcPr marL="91425" marR="91425" marT="91425" marB="91425">
                    <a:lnT w="9525" cap="flat" cmpd="sng">
                      <a:solidFill>
                        <a:srgbClr val="000000"/>
                      </a:solidFill>
                      <a:prstDash val="solid"/>
                      <a:round/>
                      <a:headEnd type="none" w="med" len="med"/>
                      <a:tailEnd type="none" w="med" len="med"/>
                    </a:lnT>
                  </a:tcPr>
                </a:tc>
                <a:tc>
                  <a:txBody>
                    <a:bodyPr/>
                    <a:lstStyle/>
                    <a:p>
                      <a:pPr lvl="0" rtl="0">
                        <a:spcBef>
                          <a:spcPts val="0"/>
                        </a:spcBef>
                        <a:buNone/>
                      </a:pPr>
                      <a:endParaRPr sz="800">
                        <a:solidFill>
                          <a:srgbClr val="FFFFFF"/>
                        </a:solidFill>
                        <a:latin typeface="Muli"/>
                        <a:ea typeface="Muli"/>
                        <a:cs typeface="Muli"/>
                        <a:sym typeface="Muli"/>
                      </a:endParaRPr>
                    </a:p>
                  </a:txBody>
                  <a:tcPr marL="91425" marR="91425" marT="91425" marB="91425">
                    <a:lnT w="9525" cap="flat" cmpd="sng">
                      <a:solidFill>
                        <a:srgbClr val="000000"/>
                      </a:solidFill>
                      <a:prstDash val="solid"/>
                      <a:round/>
                      <a:headEnd type="none" w="med" len="med"/>
                      <a:tailEnd type="none" w="med" len="med"/>
                    </a:lnT>
                  </a:tcPr>
                </a:tc>
                <a:tc>
                  <a:txBody>
                    <a:bodyPr/>
                    <a:lstStyle/>
                    <a:p>
                      <a:pPr lvl="0" rtl="0">
                        <a:spcBef>
                          <a:spcPts val="0"/>
                        </a:spcBef>
                        <a:buNone/>
                      </a:pPr>
                      <a:endParaRPr sz="800">
                        <a:solidFill>
                          <a:srgbClr val="FFFFFF"/>
                        </a:solidFill>
                        <a:latin typeface="Muli"/>
                        <a:ea typeface="Muli"/>
                        <a:cs typeface="Muli"/>
                        <a:sym typeface="Muli"/>
                      </a:endParaRPr>
                    </a:p>
                  </a:txBody>
                  <a:tcPr marL="91425" marR="91425" marT="91425" marB="91425">
                    <a:lnT w="9525" cap="flat" cmpd="sng">
                      <a:solidFill>
                        <a:srgbClr val="000000"/>
                      </a:solidFill>
                      <a:prstDash val="solid"/>
                      <a:round/>
                      <a:headEnd type="none" w="med" len="med"/>
                      <a:tailEnd type="none" w="med" len="med"/>
                    </a:lnT>
                  </a:tcPr>
                </a:tc>
              </a:tr>
            </a:tbl>
          </a:graphicData>
        </a:graphic>
      </p:graphicFrame>
      <p:sp>
        <p:nvSpPr>
          <p:cNvPr id="264" name="Shape 264"/>
          <p:cNvSpPr txBox="1">
            <a:spLocks noGrp="1"/>
          </p:cNvSpPr>
          <p:nvPr>
            <p:ph type="title" idx="4294967295"/>
          </p:nvPr>
        </p:nvSpPr>
        <p:spPr>
          <a:xfrm>
            <a:off x="76200" y="54775"/>
            <a:ext cx="5718600" cy="503099"/>
          </a:xfrm>
          <a:prstGeom prst="rect">
            <a:avLst/>
          </a:prstGeom>
          <a:noFill/>
          <a:ln>
            <a:noFill/>
          </a:ln>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SUS Results</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8"/>
        <p:cNvGrpSpPr/>
        <p:nvPr/>
      </p:nvGrpSpPr>
      <p:grpSpPr>
        <a:xfrm>
          <a:off x="0" y="0"/>
          <a:ext cx="0" cy="0"/>
          <a:chOff x="0" y="0"/>
          <a:chExt cx="0" cy="0"/>
        </a:xfrm>
      </p:grpSpPr>
      <p:sp>
        <p:nvSpPr>
          <p:cNvPr id="269" name="Shape 269"/>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SUS Results</a:t>
            </a:r>
          </a:p>
        </p:txBody>
      </p:sp>
      <p:pic>
        <p:nvPicPr>
          <p:cNvPr id="270" name="Shape 270"/>
          <p:cNvPicPr preferRelativeResize="0"/>
          <p:nvPr/>
        </p:nvPicPr>
        <p:blipFill>
          <a:blip r:embed="rId4">
            <a:alphaModFix/>
          </a:blip>
          <a:stretch>
            <a:fillRect/>
          </a:stretch>
        </p:blipFill>
        <p:spPr>
          <a:xfrm>
            <a:off x="2902775" y="980125"/>
            <a:ext cx="5827099" cy="3603100"/>
          </a:xfrm>
          <a:prstGeom prst="rect">
            <a:avLst/>
          </a:prstGeom>
          <a:no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AttrakDiff Results</a:t>
            </a:r>
          </a:p>
        </p:txBody>
      </p:sp>
      <p:pic>
        <p:nvPicPr>
          <p:cNvPr id="276" name="Shape 276"/>
          <p:cNvPicPr preferRelativeResize="0"/>
          <p:nvPr/>
        </p:nvPicPr>
        <p:blipFill>
          <a:blip r:embed="rId4">
            <a:alphaModFix/>
          </a:blip>
          <a:stretch>
            <a:fillRect/>
          </a:stretch>
        </p:blipFill>
        <p:spPr>
          <a:xfrm>
            <a:off x="2682200" y="892000"/>
            <a:ext cx="6363625" cy="3792050"/>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0"/>
        <p:cNvGrpSpPr/>
        <p:nvPr/>
      </p:nvGrpSpPr>
      <p:grpSpPr>
        <a:xfrm>
          <a:off x="0" y="0"/>
          <a:ext cx="0" cy="0"/>
          <a:chOff x="0" y="0"/>
          <a:chExt cx="0" cy="0"/>
        </a:xfrm>
      </p:grpSpPr>
      <p:sp>
        <p:nvSpPr>
          <p:cNvPr id="281" name="Shape 281"/>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282" name="Shape 282"/>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3000"/>
              <a:t>Cognitive Walkthrough</a:t>
            </a:r>
          </a:p>
        </p:txBody>
      </p:sp>
      <p:grpSp>
        <p:nvGrpSpPr>
          <p:cNvPr id="283" name="Shape 283"/>
          <p:cNvGrpSpPr/>
          <p:nvPr/>
        </p:nvGrpSpPr>
        <p:grpSpPr>
          <a:xfrm>
            <a:off x="4212252" y="836317"/>
            <a:ext cx="702681" cy="1114048"/>
            <a:chOff x="6718575" y="2318625"/>
            <a:chExt cx="256950" cy="407375"/>
          </a:xfrm>
        </p:grpSpPr>
        <p:sp>
          <p:nvSpPr>
            <p:cNvPr id="284" name="Shape 284"/>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85" name="Shape 285"/>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86" name="Shape 286"/>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87" name="Shape 287"/>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88" name="Shape 288"/>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89" name="Shape 289"/>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90" name="Shape 290"/>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91" name="Shape 291"/>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5"/>
        <p:cNvGrpSpPr/>
        <p:nvPr/>
      </p:nvGrpSpPr>
      <p:grpSpPr>
        <a:xfrm>
          <a:off x="0" y="0"/>
          <a:ext cx="0" cy="0"/>
          <a:chOff x="0" y="0"/>
          <a:chExt cx="0" cy="0"/>
        </a:xfrm>
      </p:grpSpPr>
      <p:sp>
        <p:nvSpPr>
          <p:cNvPr id="296" name="Shape 296"/>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solidFill>
                  <a:schemeClr val="lt1"/>
                </a:solidFill>
              </a:rPr>
              <a:t>COGNITIVE WALKTHROUGH - TASK 1</a:t>
            </a:r>
          </a:p>
        </p:txBody>
      </p:sp>
      <p:sp>
        <p:nvSpPr>
          <p:cNvPr id="297" name="Shape 297"/>
          <p:cNvSpPr txBox="1">
            <a:spLocks noGrp="1"/>
          </p:cNvSpPr>
          <p:nvPr>
            <p:ph type="body" idx="1"/>
          </p:nvPr>
        </p:nvSpPr>
        <p:spPr>
          <a:xfrm>
            <a:off x="2902775" y="751632"/>
            <a:ext cx="5718600" cy="3282299"/>
          </a:xfrm>
          <a:prstGeom prst="rect">
            <a:avLst/>
          </a:prstGeom>
        </p:spPr>
        <p:txBody>
          <a:bodyPr lIns="91425" tIns="91425" rIns="91425" bIns="91425" anchor="t" anchorCtr="0">
            <a:noAutofit/>
          </a:bodyPr>
          <a:lstStyle/>
          <a:p>
            <a:pPr marL="457200" lvl="0" indent="-228600" rtl="0">
              <a:lnSpc>
                <a:spcPct val="100000"/>
              </a:lnSpc>
              <a:spcBef>
                <a:spcPts val="550"/>
              </a:spcBef>
              <a:spcAft>
                <a:spcPts val="1600"/>
              </a:spcAft>
              <a:buClr>
                <a:srgbClr val="666666"/>
              </a:buClr>
              <a:buSzPct val="85714"/>
            </a:pPr>
            <a:r>
              <a:rPr lang="en" dirty="0">
                <a:solidFill>
                  <a:srgbClr val="666666"/>
                </a:solidFill>
              </a:rPr>
              <a:t>You recall that you ate 1 serve of fruit today.  Log that.</a:t>
            </a:r>
          </a:p>
          <a:p>
            <a:pPr lvl="0" rtl="0">
              <a:lnSpc>
                <a:spcPct val="100000"/>
              </a:lnSpc>
              <a:spcBef>
                <a:spcPts val="550"/>
              </a:spcBef>
              <a:spcAft>
                <a:spcPts val="1600"/>
              </a:spcAft>
              <a:buNone/>
            </a:pPr>
            <a:r>
              <a:rPr lang="en" sz="1200" dirty="0">
                <a:solidFill>
                  <a:schemeClr val="lt1"/>
                </a:solidFill>
              </a:rPr>
              <a:t>Step 1: The user would check for the date displayed to see if it is the current day.</a:t>
            </a:r>
          </a:p>
          <a:p>
            <a:pPr lvl="0" rtl="0">
              <a:lnSpc>
                <a:spcPct val="100000"/>
              </a:lnSpc>
              <a:spcBef>
                <a:spcPts val="550"/>
              </a:spcBef>
              <a:spcAft>
                <a:spcPts val="1600"/>
              </a:spcAft>
              <a:buNone/>
            </a:pPr>
            <a:r>
              <a:rPr lang="en" sz="1200" dirty="0">
                <a:solidFill>
                  <a:schemeClr val="lt1"/>
                </a:solidFill>
              </a:rPr>
              <a:t>Step 2: The user would check for the option of a food class fruit. </a:t>
            </a:r>
          </a:p>
          <a:p>
            <a:pPr lvl="0" rtl="0">
              <a:lnSpc>
                <a:spcPct val="100000"/>
              </a:lnSpc>
              <a:spcBef>
                <a:spcPts val="550"/>
              </a:spcBef>
              <a:spcAft>
                <a:spcPts val="1600"/>
              </a:spcAft>
              <a:buClr>
                <a:schemeClr val="dk1"/>
              </a:buClr>
              <a:buSzPct val="91666"/>
              <a:buFont typeface="Arial"/>
              <a:buNone/>
            </a:pPr>
            <a:r>
              <a:rPr lang="en" sz="1200" dirty="0">
                <a:solidFill>
                  <a:schemeClr val="lt1"/>
                </a:solidFill>
              </a:rPr>
              <a:t>Step 3: They would press the ‘+’ sign once to input the value 1. Each of the food class have a pair of ‘+’  and ‘-’ signs next to it, so the user would know that they have to press the corresponding buttons.</a:t>
            </a:r>
          </a:p>
          <a:p>
            <a:pPr lvl="0" rtl="0">
              <a:lnSpc>
                <a:spcPct val="100000"/>
              </a:lnSpc>
              <a:spcBef>
                <a:spcPts val="550"/>
              </a:spcBef>
              <a:spcAft>
                <a:spcPts val="1600"/>
              </a:spcAft>
              <a:buClr>
                <a:schemeClr val="dk1"/>
              </a:buClr>
              <a:buSzPct val="91666"/>
              <a:buFont typeface="Arial"/>
              <a:buNone/>
            </a:pPr>
            <a:r>
              <a:rPr lang="en" sz="1200" dirty="0">
                <a:solidFill>
                  <a:schemeClr val="lt1"/>
                </a:solidFill>
              </a:rPr>
              <a:t>Step 4: The user sees the value 1 shown on the fruits icon. They could assume that the value has been updated automatically.</a:t>
            </a:r>
          </a:p>
          <a:p>
            <a:pPr lvl="0" rtl="0">
              <a:lnSpc>
                <a:spcPct val="100000"/>
              </a:lnSpc>
              <a:spcBef>
                <a:spcPts val="550"/>
              </a:spcBef>
              <a:spcAft>
                <a:spcPts val="1600"/>
              </a:spcAft>
              <a:buClr>
                <a:schemeClr val="dk1"/>
              </a:buClr>
              <a:buSzPct val="91666"/>
              <a:buFont typeface="Arial"/>
              <a:buNone/>
            </a:pPr>
            <a:r>
              <a:rPr lang="en" sz="1200" dirty="0">
                <a:solidFill>
                  <a:schemeClr val="lt1"/>
                </a:solidFill>
              </a:rPr>
              <a:t>Step 5: The user would expect for an indication of the successful update. Since they don’t receive any they would see the whole of the system and notice the ‘Add to log’ button.</a:t>
            </a:r>
          </a:p>
          <a:p>
            <a:pPr lvl="0" rtl="0">
              <a:lnSpc>
                <a:spcPct val="100000"/>
              </a:lnSpc>
              <a:spcBef>
                <a:spcPts val="550"/>
              </a:spcBef>
              <a:spcAft>
                <a:spcPts val="1600"/>
              </a:spcAft>
              <a:buClr>
                <a:schemeClr val="dk1"/>
              </a:buClr>
              <a:buSzPct val="91666"/>
              <a:buFont typeface="Arial"/>
              <a:buNone/>
            </a:pPr>
            <a:r>
              <a:rPr lang="en" sz="1200" dirty="0">
                <a:solidFill>
                  <a:schemeClr val="lt1"/>
                </a:solidFill>
              </a:rPr>
              <a:t>Step 6: The user would then click on ‘Add to log’ button, the green tick confirms that the entry has been updated.</a:t>
            </a:r>
          </a:p>
          <a:p>
            <a:pPr lvl="0" rtl="0">
              <a:lnSpc>
                <a:spcPct val="100000"/>
              </a:lnSpc>
              <a:spcBef>
                <a:spcPts val="700"/>
              </a:spcBef>
              <a:buNone/>
            </a:pPr>
            <a:endParaRPr dirty="0"/>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1"/>
        <p:cNvGrpSpPr/>
        <p:nvPr/>
      </p:nvGrpSpPr>
      <p:grpSpPr>
        <a:xfrm>
          <a:off x="0" y="0"/>
          <a:ext cx="0" cy="0"/>
          <a:chOff x="0" y="0"/>
          <a:chExt cx="0" cy="0"/>
        </a:xfrm>
      </p:grpSpPr>
      <p:sp>
        <p:nvSpPr>
          <p:cNvPr id="302" name="Shape 302"/>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Cognitive Walkthrough - Task 1</a:t>
            </a:r>
          </a:p>
        </p:txBody>
      </p:sp>
      <p:graphicFrame>
        <p:nvGraphicFramePr>
          <p:cNvPr id="303" name="Shape 303"/>
          <p:cNvGraphicFramePr/>
          <p:nvPr/>
        </p:nvGraphicFramePr>
        <p:xfrm>
          <a:off x="1207400" y="861506"/>
          <a:ext cx="6742925" cy="3764150"/>
        </p:xfrm>
        <a:graphic>
          <a:graphicData uri="http://schemas.openxmlformats.org/drawingml/2006/table">
            <a:tbl>
              <a:tblPr>
                <a:noFill/>
                <a:tableStyleId>{6ACF12FE-466B-4CCD-9105-691C917B5FCE}</a:tableStyleId>
              </a:tblPr>
              <a:tblGrid>
                <a:gridCol w="1706050"/>
                <a:gridCol w="5036875"/>
              </a:tblGrid>
              <a:tr h="1224700">
                <a:tc>
                  <a:txBody>
                    <a:bodyPr/>
                    <a:lstStyle/>
                    <a:p>
                      <a:pPr lvl="0" rtl="0">
                        <a:lnSpc>
                          <a:spcPct val="90000"/>
                        </a:lnSpc>
                        <a:spcBef>
                          <a:spcPts val="550"/>
                        </a:spcBef>
                        <a:spcAft>
                          <a:spcPts val="1600"/>
                        </a:spcAft>
                        <a:buNone/>
                      </a:pPr>
                      <a:r>
                        <a:rPr lang="en" dirty="0">
                          <a:solidFill>
                            <a:srgbClr val="FFFFFF"/>
                          </a:solidFill>
                          <a:latin typeface="Muli"/>
                          <a:ea typeface="Muli"/>
                          <a:cs typeface="Muli"/>
                          <a:sym typeface="Muli"/>
                        </a:rPr>
                        <a:t>Correct action obvious?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dirty="0">
                          <a:solidFill>
                            <a:srgbClr val="FFFFFF"/>
                          </a:solidFill>
                          <a:latin typeface="Muli"/>
                          <a:ea typeface="Muli"/>
                          <a:cs typeface="Muli"/>
                          <a:sym typeface="Muli"/>
                        </a:rPr>
                        <a:t>Yes, It is fairly simple to perform the task. And the system has a straightforward terminology helping the user do the task.</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1571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understand instructions?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Yes, the task is straightforward</a:t>
                      </a:r>
                    </a:p>
                    <a:p>
                      <a:pPr lvl="0" algn="ct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822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interpret machine action correctly?</a:t>
                      </a:r>
                    </a:p>
                    <a:p>
                      <a:pPr lvl="0" algn="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None/>
                      </a:pPr>
                      <a:r>
                        <a:rPr lang="en">
                          <a:solidFill>
                            <a:srgbClr val="FFFFFF"/>
                          </a:solidFill>
                          <a:latin typeface="Muli"/>
                          <a:ea typeface="Muli"/>
                          <a:cs typeface="Muli"/>
                          <a:sym typeface="Muli"/>
                        </a:rPr>
                        <a:t>Yes, the system lets the user know of the updates.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COGNITIVE WALKTHROUGH - TASK 2</a:t>
            </a:r>
          </a:p>
        </p:txBody>
      </p:sp>
      <p:sp>
        <p:nvSpPr>
          <p:cNvPr id="309" name="Shape 309"/>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spcBef>
                <a:spcPts val="550"/>
              </a:spcBef>
              <a:spcAft>
                <a:spcPts val="1600"/>
              </a:spcAft>
              <a:buClr>
                <a:srgbClr val="666666"/>
              </a:buClr>
              <a:buSzPct val="85714"/>
            </a:pPr>
            <a:r>
              <a:rPr lang="en" dirty="0">
                <a:solidFill>
                  <a:srgbClr val="666666"/>
                </a:solidFill>
              </a:rPr>
              <a:t>You recall that you ate 3 serves of vegetables today.  Log that</a:t>
            </a:r>
          </a:p>
          <a:p>
            <a:pPr rtl="0">
              <a:spcBef>
                <a:spcPts val="550"/>
              </a:spcBef>
              <a:spcAft>
                <a:spcPts val="1600"/>
              </a:spcAft>
              <a:buNone/>
            </a:pPr>
            <a:r>
              <a:rPr lang="en" sz="1200" dirty="0">
                <a:solidFill>
                  <a:srgbClr val="FFFFFF"/>
                </a:solidFill>
              </a:rPr>
              <a:t>Step 1: The user would check for the date displayed to see if it is the current day.</a:t>
            </a:r>
          </a:p>
          <a:p>
            <a:pPr rtl="0">
              <a:spcBef>
                <a:spcPts val="550"/>
              </a:spcBef>
              <a:spcAft>
                <a:spcPts val="1600"/>
              </a:spcAft>
              <a:buNone/>
            </a:pPr>
            <a:r>
              <a:rPr lang="en" sz="1200" dirty="0">
                <a:solidFill>
                  <a:srgbClr val="FFFFFF"/>
                </a:solidFill>
              </a:rPr>
              <a:t>Step 2: The user would check for the option of a food class vegetables. </a:t>
            </a:r>
          </a:p>
          <a:p>
            <a:pPr rtl="0">
              <a:spcBef>
                <a:spcPts val="550"/>
              </a:spcBef>
              <a:spcAft>
                <a:spcPts val="1600"/>
              </a:spcAft>
              <a:buNone/>
            </a:pPr>
            <a:r>
              <a:rPr lang="en" sz="1200" dirty="0">
                <a:solidFill>
                  <a:srgbClr val="FFFFFF"/>
                </a:solidFill>
              </a:rPr>
              <a:t>Step 3: After finding the veggies tab the user would press the corresponding ‘+’ sign thrice.</a:t>
            </a:r>
          </a:p>
          <a:p>
            <a:pPr rtl="0">
              <a:spcBef>
                <a:spcPts val="550"/>
              </a:spcBef>
              <a:spcAft>
                <a:spcPts val="1600"/>
              </a:spcAft>
              <a:buNone/>
            </a:pPr>
            <a:r>
              <a:rPr lang="en" sz="1200" dirty="0">
                <a:solidFill>
                  <a:srgbClr val="FFFFFF"/>
                </a:solidFill>
              </a:rPr>
              <a:t>Step 4: The user would expect for the value to be shown as they update. The system shows the value 3 on the veggies tab.</a:t>
            </a:r>
          </a:p>
          <a:p>
            <a:pPr lvl="0" rtl="0">
              <a:spcBef>
                <a:spcPts val="550"/>
              </a:spcBef>
              <a:spcAft>
                <a:spcPts val="1600"/>
              </a:spcAft>
              <a:buNone/>
            </a:pPr>
            <a:r>
              <a:rPr lang="en" sz="1200" dirty="0">
                <a:solidFill>
                  <a:srgbClr val="FFFFFF"/>
                </a:solidFill>
              </a:rPr>
              <a:t>Step 5: The user would press the ‘Add to Log’ button and this entry would be updated in the log.</a:t>
            </a:r>
          </a:p>
          <a:p>
            <a:pPr lvl="0" rtl="0">
              <a:spcBef>
                <a:spcPts val="700"/>
              </a:spcBef>
              <a:buNone/>
            </a:pPr>
            <a:endParaRPr dirty="0"/>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3"/>
        <p:cNvGrpSpPr/>
        <p:nvPr/>
      </p:nvGrpSpPr>
      <p:grpSpPr>
        <a:xfrm>
          <a:off x="0" y="0"/>
          <a:ext cx="0" cy="0"/>
          <a:chOff x="0" y="0"/>
          <a:chExt cx="0" cy="0"/>
        </a:xfrm>
      </p:grpSpPr>
      <p:sp>
        <p:nvSpPr>
          <p:cNvPr id="314" name="Shape 314"/>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Cognitive Walkthrough - Task 2</a:t>
            </a:r>
          </a:p>
        </p:txBody>
      </p:sp>
      <p:graphicFrame>
        <p:nvGraphicFramePr>
          <p:cNvPr id="315" name="Shape 315"/>
          <p:cNvGraphicFramePr/>
          <p:nvPr/>
        </p:nvGraphicFramePr>
        <p:xfrm>
          <a:off x="1207400" y="861506"/>
          <a:ext cx="6742925" cy="3764150"/>
        </p:xfrm>
        <a:graphic>
          <a:graphicData uri="http://schemas.openxmlformats.org/drawingml/2006/table">
            <a:tbl>
              <a:tblPr>
                <a:noFill/>
                <a:tableStyleId>{7A8FF34A-EA5B-4989-9644-5AD71D2F8E10}</a:tableStyleId>
              </a:tblPr>
              <a:tblGrid>
                <a:gridCol w="1706050"/>
                <a:gridCol w="5036875"/>
              </a:tblGrid>
              <a:tr h="1224700">
                <a:tc>
                  <a:txBody>
                    <a:bodyPr/>
                    <a:lstStyle/>
                    <a:p>
                      <a:pPr lvl="0" rtl="0">
                        <a:lnSpc>
                          <a:spcPct val="90000"/>
                        </a:lnSpc>
                        <a:spcBef>
                          <a:spcPts val="550"/>
                        </a:spcBef>
                        <a:spcAft>
                          <a:spcPts val="1600"/>
                        </a:spcAft>
                        <a:buNone/>
                      </a:pPr>
                      <a:r>
                        <a:rPr lang="en">
                          <a:solidFill>
                            <a:srgbClr val="FFFFFF"/>
                          </a:solidFill>
                          <a:latin typeface="Muli"/>
                          <a:ea typeface="Muli"/>
                          <a:cs typeface="Muli"/>
                          <a:sym typeface="Muli"/>
                        </a:rPr>
                        <a:t>Correct action obvious?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Yes.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1571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understand instructions?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chemeClr val="lt1"/>
                          </a:solidFill>
                          <a:latin typeface="Muli"/>
                          <a:ea typeface="Muli"/>
                          <a:cs typeface="Muli"/>
                          <a:sym typeface="Muli"/>
                        </a:rPr>
                        <a:t>Yes, the task is straightforward</a:t>
                      </a:r>
                    </a:p>
                    <a:p>
                      <a:pPr lvl="0" algn="ct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822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interpret machine action correctly?</a:t>
                      </a:r>
                    </a:p>
                    <a:p>
                      <a:pPr lvl="0" algn="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chemeClr val="lt1"/>
                          </a:solidFill>
                          <a:latin typeface="Muli"/>
                          <a:ea typeface="Muli"/>
                          <a:cs typeface="Muli"/>
                          <a:sym typeface="Muli"/>
                        </a:rPr>
                        <a:t>Yes, the system behaves as the user expects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9"/>
        <p:cNvGrpSpPr/>
        <p:nvPr/>
      </p:nvGrpSpPr>
      <p:grpSpPr>
        <a:xfrm>
          <a:off x="0" y="0"/>
          <a:ext cx="0" cy="0"/>
          <a:chOff x="0" y="0"/>
          <a:chExt cx="0" cy="0"/>
        </a:xfrm>
      </p:grpSpPr>
      <p:sp>
        <p:nvSpPr>
          <p:cNvPr id="320" name="Shape 320"/>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b="0">
                <a:solidFill>
                  <a:schemeClr val="lt1"/>
                </a:solidFill>
              </a:rPr>
              <a:t>COGNITIVE WALKTHROUGH - TASK 3</a:t>
            </a:r>
          </a:p>
        </p:txBody>
      </p:sp>
      <p:sp>
        <p:nvSpPr>
          <p:cNvPr id="321" name="Shape 321"/>
          <p:cNvSpPr txBox="1">
            <a:spLocks noGrp="1"/>
          </p:cNvSpPr>
          <p:nvPr>
            <p:ph type="body" idx="1"/>
          </p:nvPr>
        </p:nvSpPr>
        <p:spPr>
          <a:xfrm>
            <a:off x="2902775" y="852000"/>
            <a:ext cx="5718600" cy="3282299"/>
          </a:xfrm>
          <a:prstGeom prst="rect">
            <a:avLst/>
          </a:prstGeom>
        </p:spPr>
        <p:txBody>
          <a:bodyPr lIns="91425" tIns="91425" rIns="91425" bIns="91425" anchor="t" anchorCtr="0">
            <a:noAutofit/>
          </a:bodyPr>
          <a:lstStyle/>
          <a:p>
            <a:pPr marL="457200" lvl="0" indent="-228600" rtl="0">
              <a:spcBef>
                <a:spcPts val="550"/>
              </a:spcBef>
              <a:spcAft>
                <a:spcPts val="1600"/>
              </a:spcAft>
              <a:buClr>
                <a:srgbClr val="666666"/>
              </a:buClr>
              <a:buSzPct val="85714"/>
            </a:pPr>
            <a:r>
              <a:rPr lang="en" dirty="0">
                <a:solidFill>
                  <a:srgbClr val="666666"/>
                </a:solidFill>
              </a:rPr>
              <a:t>You realise that was a mistake and you actually ate only 2 serves of vegetables. Update the logger for that.</a:t>
            </a:r>
          </a:p>
          <a:p>
            <a:pPr rtl="0">
              <a:spcBef>
                <a:spcPts val="550"/>
              </a:spcBef>
              <a:spcAft>
                <a:spcPts val="1600"/>
              </a:spcAft>
              <a:buNone/>
            </a:pPr>
            <a:r>
              <a:rPr lang="en" sz="1200" dirty="0">
                <a:solidFill>
                  <a:srgbClr val="FFFFFF"/>
                </a:solidFill>
              </a:rPr>
              <a:t>Step 1: The user would again press the ‘+’ sign twice to update the value to 2.</a:t>
            </a:r>
          </a:p>
          <a:p>
            <a:pPr rtl="0">
              <a:spcBef>
                <a:spcPts val="550"/>
              </a:spcBef>
              <a:spcAft>
                <a:spcPts val="1600"/>
              </a:spcAft>
              <a:buNone/>
            </a:pPr>
            <a:r>
              <a:rPr lang="en" sz="1200" dirty="0">
                <a:solidFill>
                  <a:srgbClr val="FFFFFF"/>
                </a:solidFill>
              </a:rPr>
              <a:t>Step 2: They would then press ‘Add to log’. The green tick would provide a validation that the task is done.</a:t>
            </a:r>
          </a:p>
          <a:p>
            <a:pPr lvl="0" rtl="0">
              <a:spcBef>
                <a:spcPts val="550"/>
              </a:spcBef>
              <a:spcAft>
                <a:spcPts val="1600"/>
              </a:spcAft>
              <a:buNone/>
            </a:pPr>
            <a:r>
              <a:rPr lang="en" sz="1200" dirty="0">
                <a:solidFill>
                  <a:srgbClr val="FFFFFF"/>
                </a:solidFill>
              </a:rPr>
              <a:t>Step 3: The user would check the log by pressing on ‘Show log’ option to see if the value has been updated.</a:t>
            </a:r>
          </a:p>
          <a:p>
            <a:pPr lvl="0" rtl="0">
              <a:spcBef>
                <a:spcPts val="700"/>
              </a:spcBef>
              <a:buNone/>
            </a:pPr>
            <a:endParaRPr dirty="0"/>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5"/>
        <p:cNvGrpSpPr/>
        <p:nvPr/>
      </p:nvGrpSpPr>
      <p:grpSpPr>
        <a:xfrm>
          <a:off x="0" y="0"/>
          <a:ext cx="0" cy="0"/>
          <a:chOff x="0" y="0"/>
          <a:chExt cx="0" cy="0"/>
        </a:xfrm>
      </p:grpSpPr>
      <p:sp>
        <p:nvSpPr>
          <p:cNvPr id="326" name="Shape 326"/>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Clr>
                <a:schemeClr val="dk2"/>
              </a:buClr>
              <a:buSzPct val="25000"/>
              <a:buFont typeface="Arial"/>
              <a:buNone/>
            </a:pPr>
            <a:r>
              <a:rPr lang="en">
                <a:solidFill>
                  <a:schemeClr val="lt1"/>
                </a:solidFill>
              </a:rPr>
              <a:t>Cognitive Walkthrough - Task 3</a:t>
            </a:r>
          </a:p>
        </p:txBody>
      </p:sp>
      <p:graphicFrame>
        <p:nvGraphicFramePr>
          <p:cNvPr id="327" name="Shape 327"/>
          <p:cNvGraphicFramePr/>
          <p:nvPr/>
        </p:nvGraphicFramePr>
        <p:xfrm>
          <a:off x="1207400" y="861506"/>
          <a:ext cx="6742925" cy="3764150"/>
        </p:xfrm>
        <a:graphic>
          <a:graphicData uri="http://schemas.openxmlformats.org/drawingml/2006/table">
            <a:tbl>
              <a:tblPr>
                <a:noFill/>
                <a:tableStyleId>{94A68E3E-3B2F-4ED2-A2A2-BA9DD67DD38D}</a:tableStyleId>
              </a:tblPr>
              <a:tblGrid>
                <a:gridCol w="1706050"/>
                <a:gridCol w="5036875"/>
              </a:tblGrid>
              <a:tr h="1224700">
                <a:tc>
                  <a:txBody>
                    <a:bodyPr/>
                    <a:lstStyle/>
                    <a:p>
                      <a:pPr lvl="0" rtl="0">
                        <a:lnSpc>
                          <a:spcPct val="90000"/>
                        </a:lnSpc>
                        <a:spcBef>
                          <a:spcPts val="550"/>
                        </a:spcBef>
                        <a:spcAft>
                          <a:spcPts val="1600"/>
                        </a:spcAft>
                        <a:buNone/>
                      </a:pPr>
                      <a:r>
                        <a:rPr lang="en">
                          <a:solidFill>
                            <a:srgbClr val="FFFFFF"/>
                          </a:solidFill>
                          <a:latin typeface="Muli"/>
                          <a:ea typeface="Muli"/>
                          <a:cs typeface="Muli"/>
                          <a:sym typeface="Muli"/>
                        </a:rPr>
                        <a:t>Correct action obvious?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chemeClr val="lt1"/>
                          </a:solidFill>
                        </a:rPr>
                        <a:t>Not completely, as the user would have to go to another page for the task. So a first time user may have difficulty</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1571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understand instructions?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chemeClr val="lt1"/>
                          </a:solidFill>
                        </a:rPr>
                        <a:t>Partially, the user would perform the action in the same page</a:t>
                      </a:r>
                    </a:p>
                    <a:p>
                      <a:pPr lvl="0" algn="ct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1382275">
                <a:tc>
                  <a:txBody>
                    <a:bodyPr/>
                    <a:lstStyle/>
                    <a:p>
                      <a:pPr lvl="0" rtl="0">
                        <a:lnSpc>
                          <a:spcPct val="115000"/>
                        </a:lnSpc>
                        <a:spcBef>
                          <a:spcPts val="700"/>
                        </a:spcBef>
                        <a:buClr>
                          <a:schemeClr val="dk1"/>
                        </a:buClr>
                        <a:buSzPct val="78571"/>
                        <a:buFont typeface="Arial"/>
                        <a:buNone/>
                      </a:pPr>
                      <a:r>
                        <a:rPr lang="en">
                          <a:solidFill>
                            <a:srgbClr val="FFFFFF"/>
                          </a:solidFill>
                          <a:latin typeface="Muli"/>
                          <a:ea typeface="Muli"/>
                          <a:cs typeface="Muli"/>
                          <a:sym typeface="Muli"/>
                        </a:rPr>
                        <a:t>Will user interpret machine action correctly?</a:t>
                      </a:r>
                    </a:p>
                    <a:p>
                      <a:pPr lvl="0" algn="r" rtl="0">
                        <a:spcBef>
                          <a:spcPts val="0"/>
                        </a:spcBef>
                        <a:buNone/>
                      </a:pPr>
                      <a:endParaRPr>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lnSpc>
                          <a:spcPct val="115000"/>
                        </a:lnSpc>
                        <a:spcBef>
                          <a:spcPts val="700"/>
                        </a:spcBef>
                        <a:buClr>
                          <a:schemeClr val="dk1"/>
                        </a:buClr>
                        <a:buSzPct val="78571"/>
                        <a:buFont typeface="Arial"/>
                        <a:buNone/>
                      </a:pPr>
                      <a:r>
                        <a:rPr lang="en">
                          <a:solidFill>
                            <a:schemeClr val="lt1"/>
                          </a:solidFill>
                        </a:rPr>
                        <a:t>The system behaves the way the user expects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1"/>
        <p:cNvGrpSpPr/>
        <p:nvPr/>
      </p:nvGrpSpPr>
      <p:grpSpPr>
        <a:xfrm>
          <a:off x="0" y="0"/>
          <a:ext cx="0" cy="0"/>
          <a:chOff x="0" y="0"/>
          <a:chExt cx="0" cy="0"/>
        </a:xfrm>
      </p:grpSpPr>
      <p:sp>
        <p:nvSpPr>
          <p:cNvPr id="332" name="Shape 332"/>
          <p:cNvSpPr txBox="1">
            <a:spLocks noGrp="1"/>
          </p:cNvSpPr>
          <p:nvPr>
            <p:ph type="title"/>
          </p:nvPr>
        </p:nvSpPr>
        <p:spPr>
          <a:xfrm>
            <a:off x="1190100" y="302375"/>
            <a:ext cx="6763800" cy="503099"/>
          </a:xfrm>
          <a:prstGeom prst="rect">
            <a:avLst/>
          </a:prstGeom>
        </p:spPr>
        <p:txBody>
          <a:bodyPr lIns="91425" tIns="91425" rIns="91425" bIns="91425" anchor="t" anchorCtr="0">
            <a:noAutofit/>
          </a:bodyPr>
          <a:lstStyle/>
          <a:p>
            <a:pPr lvl="0" rtl="0">
              <a:spcBef>
                <a:spcPts val="0"/>
              </a:spcBef>
              <a:buNone/>
            </a:pPr>
            <a:r>
              <a:rPr lang="en"/>
              <a:t>COGNITIVE WALKTHROUGH - PROBLEMS</a:t>
            </a:r>
          </a:p>
        </p:txBody>
      </p:sp>
      <p:graphicFrame>
        <p:nvGraphicFramePr>
          <p:cNvPr id="333" name="Shape 333"/>
          <p:cNvGraphicFramePr/>
          <p:nvPr/>
        </p:nvGraphicFramePr>
        <p:xfrm>
          <a:off x="1207400" y="861506"/>
          <a:ext cx="6742925" cy="3364235"/>
        </p:xfrm>
        <a:graphic>
          <a:graphicData uri="http://schemas.openxmlformats.org/drawingml/2006/table">
            <a:tbl>
              <a:tblPr>
                <a:noFill/>
                <a:tableStyleId>{8949C556-EAA2-4293-8E93-2BDEE9136A4D}</a:tableStyleId>
              </a:tblPr>
              <a:tblGrid>
                <a:gridCol w="2392600"/>
                <a:gridCol w="4350325"/>
              </a:tblGrid>
              <a:tr h="385250">
                <a:tc>
                  <a:txBody>
                    <a:bodyPr/>
                    <a:lstStyle/>
                    <a:p>
                      <a:pPr lvl="0" rtl="0">
                        <a:spcBef>
                          <a:spcPts val="0"/>
                        </a:spcBef>
                        <a:buNone/>
                      </a:pPr>
                      <a:r>
                        <a:rPr lang="en" sz="1200">
                          <a:solidFill>
                            <a:srgbClr val="FFFFFF"/>
                          </a:solidFill>
                          <a:latin typeface="Muli"/>
                          <a:ea typeface="Muli"/>
                          <a:cs typeface="Muli"/>
                          <a:sym typeface="Muli"/>
                        </a:rPr>
                        <a:t>DESCRIPTION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algn="ctr" rtl="0">
                        <a:spcBef>
                          <a:spcPts val="0"/>
                        </a:spcBef>
                        <a:buNone/>
                      </a:pPr>
                      <a:r>
                        <a:rPr lang="en" sz="1200">
                          <a:solidFill>
                            <a:srgbClr val="FFFFFF"/>
                          </a:solidFill>
                          <a:latin typeface="Muli"/>
                          <a:ea typeface="Muli"/>
                          <a:cs typeface="Muli"/>
                          <a:sym typeface="Muli"/>
                        </a:rPr>
                        <a:t>ACTION TAKEN</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693975">
                <a:tc>
                  <a:txBody>
                    <a:bodyPr/>
                    <a:lstStyle/>
                    <a:p>
                      <a:pPr lvl="0" rtl="0">
                        <a:spcBef>
                          <a:spcPts val="0"/>
                        </a:spcBef>
                        <a:buNone/>
                      </a:pPr>
                      <a:r>
                        <a:rPr lang="en" sz="1200">
                          <a:solidFill>
                            <a:srgbClr val="FFFFFF"/>
                          </a:solidFill>
                          <a:latin typeface="Muli"/>
                          <a:ea typeface="Muli"/>
                          <a:cs typeface="Muli"/>
                          <a:sym typeface="Muli"/>
                        </a:rPr>
                        <a:t>Typing input for number of serves is tedious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Touch-enabled/One-click method of inputting</a:t>
                      </a:r>
                    </a:p>
                    <a:p>
                      <a:pPr lvl="0" algn="ct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597875">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Reading text - time consuming</a:t>
                      </a:r>
                    </a:p>
                    <a:p>
                      <a:pPr lvl="0" algn="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Pictorial representation along with labels for easy interpretation</a:t>
                      </a:r>
                    </a:p>
                    <a:p>
                      <a:pPr lvl="0" algn="ct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843125">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Dropdown for date input tedious as it required the user to continually scroll through</a:t>
                      </a:r>
                    </a:p>
                    <a:p>
                      <a:pPr lvl="0" algn="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Simple date picker for easy date selection </a:t>
                      </a:r>
                    </a:p>
                    <a:p>
                      <a:pPr lvl="0" algn="ct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r h="730550">
                <a:tc>
                  <a:txBody>
                    <a:bodyPr/>
                    <a:lstStyle/>
                    <a:p>
                      <a:pPr lvl="0" rtl="0">
                        <a:spcBef>
                          <a:spcPts val="0"/>
                        </a:spcBef>
                        <a:buClr>
                          <a:schemeClr val="dk1"/>
                        </a:buClr>
                        <a:buSzPct val="91666"/>
                        <a:buFont typeface="Arial"/>
                        <a:buNone/>
                      </a:pPr>
                      <a:r>
                        <a:rPr lang="en" sz="1200">
                          <a:solidFill>
                            <a:srgbClr val="FFFFFF"/>
                          </a:solidFill>
                          <a:latin typeface="Muli"/>
                          <a:ea typeface="Muli"/>
                          <a:cs typeface="Muli"/>
                          <a:sym typeface="Muli"/>
                        </a:rPr>
                        <a:t>Multiple features and pages</a:t>
                      </a:r>
                    </a:p>
                    <a:p>
                      <a:pPr algn="r" rtl="0">
                        <a:spcBef>
                          <a:spcPts val="0"/>
                        </a:spcBef>
                        <a:buNone/>
                      </a:pPr>
                      <a:endParaRPr sz="1200">
                        <a:solidFill>
                          <a:srgbClr val="FFFFFF"/>
                        </a:solidFill>
                        <a:latin typeface="Muli"/>
                        <a:ea typeface="Muli"/>
                        <a:cs typeface="Muli"/>
                        <a:sym typeface="Muli"/>
                      </a:endParaRP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c>
                  <a:txBody>
                    <a:bodyPr/>
                    <a:lstStyle/>
                    <a:p>
                      <a:pPr lvl="0" rtl="0">
                        <a:spcBef>
                          <a:spcPts val="0"/>
                        </a:spcBef>
                        <a:buNone/>
                      </a:pPr>
                      <a:r>
                        <a:rPr lang="en" sz="1200">
                          <a:solidFill>
                            <a:srgbClr val="FFFFFF"/>
                          </a:solidFill>
                          <a:latin typeface="Muli"/>
                          <a:ea typeface="Muli"/>
                          <a:cs typeface="Muli"/>
                          <a:sym typeface="Muli"/>
                        </a:rPr>
                        <a:t>Simple 2-page UI, skimming all the unnecessary features</a:t>
                      </a:r>
                    </a:p>
                  </a:txBody>
                  <a:tcPr marL="91425" marR="91425" marT="68575" marB="68575" anchor="ctr">
                    <a:lnL w="9525" cap="flat" cmpd="sng">
                      <a:solidFill>
                        <a:srgbClr val="000000">
                          <a:alpha val="0"/>
                        </a:srgbClr>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9525" cap="flat" cmpd="sng">
                      <a:solidFill>
                        <a:srgbClr val="FFFFFF"/>
                      </a:solidFill>
                      <a:prstDash val="solid"/>
                      <a:round/>
                      <a:headEnd type="none" w="med" len="med"/>
                      <a:tailEnd type="none" w="med" len="med"/>
                    </a:lnT>
                    <a:lnB w="9525" cap="flat" cmpd="sng">
                      <a:solidFill>
                        <a:srgbClr val="FFFFFF"/>
                      </a:solidFill>
                      <a:prstDash val="solid"/>
                      <a:round/>
                      <a:headEnd type="none" w="med" len="med"/>
                      <a:tailEnd type="none" w="med" len="med"/>
                    </a:lnB>
                    <a:solidFill>
                      <a:srgbClr val="000714">
                        <a:alpha val="25380"/>
                      </a:srgbClr>
                    </a:solidFill>
                  </a:tcPr>
                </a:tc>
              </a:tr>
            </a:tbl>
          </a:graphicData>
        </a:graphic>
      </p:graphicFrame>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7"/>
        <p:cNvGrpSpPr/>
        <p:nvPr/>
      </p:nvGrpSpPr>
      <p:grpSpPr>
        <a:xfrm>
          <a:off x="0" y="0"/>
          <a:ext cx="0" cy="0"/>
          <a:chOff x="0" y="0"/>
          <a:chExt cx="0" cy="0"/>
        </a:xfrm>
      </p:grpSpPr>
      <p:sp>
        <p:nvSpPr>
          <p:cNvPr id="338" name="Shape 338"/>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solidFill>
                  <a:srgbClr val="FFFFFF"/>
                </a:solidFill>
              </a:rPr>
              <a:t>C</a:t>
            </a:r>
            <a:r>
              <a:rPr lang="en"/>
              <a:t>OGNITIVE WALKTHROUGH - CRITIQUE</a:t>
            </a:r>
          </a:p>
        </p:txBody>
      </p:sp>
      <p:sp>
        <p:nvSpPr>
          <p:cNvPr id="339" name="Shape 339"/>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lnSpc>
                <a:spcPct val="150000"/>
              </a:lnSpc>
              <a:spcBef>
                <a:spcPts val="0"/>
              </a:spcBef>
              <a:buClr>
                <a:schemeClr val="lt1"/>
              </a:buClr>
            </a:pPr>
            <a:r>
              <a:rPr lang="en" sz="1400" dirty="0"/>
              <a:t>Biased towards the system</a:t>
            </a:r>
          </a:p>
          <a:p>
            <a:pPr marL="457200" lvl="0" indent="-228600" rtl="0">
              <a:lnSpc>
                <a:spcPct val="150000"/>
              </a:lnSpc>
              <a:spcBef>
                <a:spcPts val="0"/>
              </a:spcBef>
              <a:buClr>
                <a:schemeClr val="lt1"/>
              </a:buClr>
            </a:pPr>
            <a:r>
              <a:rPr lang="en" sz="1400" dirty="0"/>
              <a:t>Fewer number of tasks on which CW is performed</a:t>
            </a:r>
          </a:p>
          <a:p>
            <a:pPr marL="457200" lvl="0" indent="-228600" rtl="0">
              <a:lnSpc>
                <a:spcPct val="150000"/>
              </a:lnSpc>
              <a:spcBef>
                <a:spcPts val="0"/>
              </a:spcBef>
              <a:buClr>
                <a:schemeClr val="lt1"/>
              </a:buClr>
            </a:pPr>
            <a:r>
              <a:rPr lang="en" sz="1400" dirty="0"/>
              <a:t>Will not be possible to have a clear view of the mental model for users of different demographics</a:t>
            </a:r>
          </a:p>
          <a:p>
            <a:pPr lvl="0" rtl="0">
              <a:lnSpc>
                <a:spcPct val="90000"/>
              </a:lnSpc>
              <a:spcBef>
                <a:spcPts val="700"/>
              </a:spcBef>
              <a:buNone/>
            </a:pPr>
            <a:endParaRPr sz="1400" dirty="0"/>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3"/>
        <p:cNvGrpSpPr/>
        <p:nvPr/>
      </p:nvGrpSpPr>
      <p:grpSpPr>
        <a:xfrm>
          <a:off x="0" y="0"/>
          <a:ext cx="0" cy="0"/>
          <a:chOff x="0" y="0"/>
          <a:chExt cx="0" cy="0"/>
        </a:xfrm>
      </p:grpSpPr>
      <p:sp>
        <p:nvSpPr>
          <p:cNvPr id="344" name="Shape 344"/>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345" name="Shape 345"/>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3000"/>
              <a:t>Appendix 1</a:t>
            </a:r>
          </a:p>
        </p:txBody>
      </p:sp>
      <p:grpSp>
        <p:nvGrpSpPr>
          <p:cNvPr id="346" name="Shape 346"/>
          <p:cNvGrpSpPr/>
          <p:nvPr/>
        </p:nvGrpSpPr>
        <p:grpSpPr>
          <a:xfrm>
            <a:off x="4212252" y="836317"/>
            <a:ext cx="702681" cy="1114048"/>
            <a:chOff x="6718575" y="2318625"/>
            <a:chExt cx="256950" cy="407375"/>
          </a:xfrm>
        </p:grpSpPr>
        <p:sp>
          <p:nvSpPr>
            <p:cNvPr id="347" name="Shape 347"/>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48" name="Shape 348"/>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49" name="Shape 349"/>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50" name="Shape 350"/>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51" name="Shape 351"/>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52" name="Shape 352"/>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53" name="Shape 353"/>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54" name="Shape 354"/>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Shape 359"/>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dirty="0"/>
              <a:t>APPENDIX 1 - FOOD LOGS</a:t>
            </a:r>
          </a:p>
        </p:txBody>
      </p:sp>
      <p:sp>
        <p:nvSpPr>
          <p:cNvPr id="360" name="Shape 360"/>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1: Food log</a:t>
            </a:r>
          </a:p>
          <a:p>
            <a:pPr lvl="0" rtl="0">
              <a:spcBef>
                <a:spcPts val="0"/>
              </a:spcBef>
              <a:buNone/>
            </a:pPr>
            <a:r>
              <a:rPr lang="en" dirty="0"/>
              <a:t> </a:t>
            </a:r>
          </a:p>
          <a:p>
            <a:pPr lvl="0" rtl="0">
              <a:lnSpc>
                <a:spcPct val="90000"/>
              </a:lnSpc>
              <a:spcBef>
                <a:spcPts val="700"/>
              </a:spcBef>
              <a:buNone/>
            </a:pPr>
            <a:endParaRPr sz="1400" dirty="0"/>
          </a:p>
        </p:txBody>
      </p:sp>
      <p:pic>
        <p:nvPicPr>
          <p:cNvPr id="361" name="Shape 361"/>
          <p:cNvPicPr preferRelativeResize="0"/>
          <p:nvPr/>
        </p:nvPicPr>
        <p:blipFill>
          <a:blip r:embed="rId4">
            <a:alphaModFix/>
          </a:blip>
          <a:stretch>
            <a:fillRect/>
          </a:stretch>
        </p:blipFill>
        <p:spPr>
          <a:xfrm>
            <a:off x="3395400" y="1432375"/>
            <a:ext cx="4922335" cy="3618124"/>
          </a:xfrm>
          <a:prstGeom prst="rect">
            <a:avLst/>
          </a:prstGeom>
          <a:noFill/>
          <a:ln>
            <a:noFill/>
          </a:ln>
        </p:spPr>
      </p:pic>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5"/>
        <p:cNvGrpSpPr/>
        <p:nvPr/>
      </p:nvGrpSpPr>
      <p:grpSpPr>
        <a:xfrm>
          <a:off x="0" y="0"/>
          <a:ext cx="0" cy="0"/>
          <a:chOff x="0" y="0"/>
          <a:chExt cx="0" cy="0"/>
        </a:xfrm>
      </p:grpSpPr>
      <p:sp>
        <p:nvSpPr>
          <p:cNvPr id="366" name="Shape 366"/>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67" name="Shape 367"/>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fontAlgn="base"/>
            <a:r>
              <a:rPr lang="en-IN" sz="1400" dirty="0"/>
              <a:t>Student 1: Reflection</a:t>
            </a:r>
          </a:p>
          <a:p>
            <a:pPr>
              <a:buNone/>
            </a:pPr>
            <a:r>
              <a:rPr lang="en-IN" sz="1400" dirty="0"/>
              <a:t/>
            </a:r>
            <a:br>
              <a:rPr lang="en-IN" sz="1400" dirty="0"/>
            </a:br>
            <a:r>
              <a:rPr lang="en-IN" sz="1400" dirty="0"/>
              <a:t>Looking at this task, </a:t>
            </a:r>
            <a:r>
              <a:rPr lang="en-IN" sz="1400" dirty="0" err="1"/>
              <a:t>i</a:t>
            </a:r>
            <a:r>
              <a:rPr lang="en-IN" sz="1400" dirty="0"/>
              <a:t> believe firstly that logging food for every meal is not easy, as you tend to forget to do so. However, I was able to manage to log my food for 3 days.</a:t>
            </a:r>
          </a:p>
          <a:p>
            <a:pPr>
              <a:buNone/>
            </a:pPr>
            <a:r>
              <a:rPr lang="en-IN" sz="1400" dirty="0"/>
              <a:t>I observed that </a:t>
            </a:r>
            <a:r>
              <a:rPr lang="en-IN" sz="1400" dirty="0" err="1"/>
              <a:t>i</a:t>
            </a:r>
            <a:r>
              <a:rPr lang="en-IN" sz="1400" dirty="0"/>
              <a:t> ate a lot of junk food during the weekend when compared to weekdays. My diet was more balanced and well spread out covering almost all classes of the food  </a:t>
            </a:r>
            <a:endParaRPr sz="1400" dirty="0">
              <a:latin typeface="Muli" panose="020B0604020202020204" charset="0"/>
            </a:endParaRP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1"/>
        <p:cNvGrpSpPr/>
        <p:nvPr/>
      </p:nvGrpSpPr>
      <p:grpSpPr>
        <a:xfrm>
          <a:off x="0" y="0"/>
          <a:ext cx="0" cy="0"/>
          <a:chOff x="0" y="0"/>
          <a:chExt cx="0" cy="0"/>
        </a:xfrm>
      </p:grpSpPr>
      <p:sp>
        <p:nvSpPr>
          <p:cNvPr id="372" name="Shape 372"/>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73" name="Shape 373"/>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2: Food log</a:t>
            </a:r>
          </a:p>
          <a:p>
            <a:pPr lvl="0" rtl="0">
              <a:spcBef>
                <a:spcPts val="0"/>
              </a:spcBef>
              <a:buNone/>
            </a:pPr>
            <a:r>
              <a:rPr lang="en" dirty="0"/>
              <a:t> </a:t>
            </a:r>
          </a:p>
          <a:p>
            <a:pPr lvl="0" rtl="0">
              <a:lnSpc>
                <a:spcPct val="90000"/>
              </a:lnSpc>
              <a:spcBef>
                <a:spcPts val="700"/>
              </a:spcBef>
              <a:buNone/>
            </a:pPr>
            <a:endParaRPr sz="1400" dirty="0"/>
          </a:p>
        </p:txBody>
      </p:sp>
      <p:pic>
        <p:nvPicPr>
          <p:cNvPr id="374" name="Shape 374"/>
          <p:cNvPicPr preferRelativeResize="0"/>
          <p:nvPr/>
        </p:nvPicPr>
        <p:blipFill>
          <a:blip r:embed="rId4">
            <a:alphaModFix/>
          </a:blip>
          <a:stretch>
            <a:fillRect/>
          </a:stretch>
        </p:blipFill>
        <p:spPr>
          <a:xfrm>
            <a:off x="3294044" y="1299990"/>
            <a:ext cx="4274544" cy="3681859"/>
          </a:xfrm>
          <a:prstGeom prst="rect">
            <a:avLst/>
          </a:prstGeom>
          <a:noFill/>
          <a:ln>
            <a:noFill/>
          </a:ln>
        </p:spPr>
      </p:pic>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8"/>
        <p:cNvGrpSpPr/>
        <p:nvPr/>
      </p:nvGrpSpPr>
      <p:grpSpPr>
        <a:xfrm>
          <a:off x="0" y="0"/>
          <a:ext cx="0" cy="0"/>
          <a:chOff x="0" y="0"/>
          <a:chExt cx="0" cy="0"/>
        </a:xfrm>
      </p:grpSpPr>
      <p:sp>
        <p:nvSpPr>
          <p:cNvPr id="379" name="Shape 379"/>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80" name="Shape 380"/>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2: </a:t>
            </a:r>
            <a:r>
              <a:rPr lang="en" sz="1400" dirty="0" smtClean="0"/>
              <a:t>Reflection</a:t>
            </a:r>
          </a:p>
          <a:p>
            <a:pPr lvl="0">
              <a:lnSpc>
                <a:spcPct val="115000"/>
              </a:lnSpc>
              <a:spcAft>
                <a:spcPts val="1600"/>
              </a:spcAft>
              <a:buClr>
                <a:schemeClr val="dk1"/>
              </a:buClr>
              <a:buSzPct val="61111"/>
              <a:buNone/>
            </a:pPr>
            <a:endParaRPr lang="en" sz="1400" dirty="0" smtClean="0">
              <a:latin typeface="Muli" panose="020B0604020202020204" charset="0"/>
              <a:ea typeface="Proxima Nova"/>
              <a:cs typeface="Proxima Nova"/>
              <a:sym typeface="Proxima Nova"/>
            </a:endParaRPr>
          </a:p>
          <a:p>
            <a:pPr>
              <a:buNone/>
            </a:pPr>
            <a:r>
              <a:rPr lang="en-IN" sz="1400" dirty="0"/>
              <a:t>I found that my weekends were very unhealthy and mostly consisted of junk food. Even on weekdays </a:t>
            </a:r>
            <a:r>
              <a:rPr lang="en-IN" sz="1400" dirty="0" err="1"/>
              <a:t>i</a:t>
            </a:r>
            <a:r>
              <a:rPr lang="en-IN" sz="1400" dirty="0"/>
              <a:t> saw that my breakfast was always from McDonalds which is not a healthy option. Also </a:t>
            </a:r>
            <a:r>
              <a:rPr lang="en-IN" sz="1400" dirty="0" err="1"/>
              <a:t>i</a:t>
            </a:r>
            <a:r>
              <a:rPr lang="en-IN" sz="1400" dirty="0"/>
              <a:t> found that </a:t>
            </a:r>
            <a:r>
              <a:rPr lang="en-IN" sz="1400" dirty="0" err="1"/>
              <a:t>i</a:t>
            </a:r>
            <a:r>
              <a:rPr lang="en-IN" sz="1400" dirty="0"/>
              <a:t> was exceeding my fat intake of the day by comparing it to what is required for my body ideally. </a:t>
            </a:r>
          </a:p>
          <a:p>
            <a:pPr>
              <a:buNone/>
            </a:pPr>
            <a:r>
              <a:rPr lang="en-IN" sz="1400" dirty="0"/>
              <a:t>I need to focus on eating more vegetables and fruits. </a:t>
            </a:r>
          </a:p>
          <a:p>
            <a:pPr>
              <a:buNone/>
            </a:pPr>
            <a:r>
              <a:rPr lang="en-IN" sz="1400" dirty="0"/>
              <a:t/>
            </a:r>
            <a:br>
              <a:rPr lang="en-IN" sz="1400" dirty="0"/>
            </a:br>
            <a:endParaRPr lang="en" sz="1400" dirty="0" smtClean="0"/>
          </a:p>
          <a:p>
            <a:pPr marL="228600" lvl="0" rtl="0">
              <a:spcBef>
                <a:spcPts val="0"/>
              </a:spcBef>
              <a:buClr>
                <a:schemeClr val="lt1"/>
              </a:buClr>
              <a:buNone/>
            </a:pPr>
            <a:endParaRPr lang="en" sz="1400" dirty="0"/>
          </a:p>
          <a:p>
            <a:pPr lvl="0" rtl="0">
              <a:lnSpc>
                <a:spcPct val="90000"/>
              </a:lnSpc>
              <a:spcBef>
                <a:spcPts val="700"/>
              </a:spcBef>
              <a:buNone/>
            </a:pPr>
            <a:endParaRPr sz="1400" dirty="0"/>
          </a:p>
        </p:txBody>
      </p:sp>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4"/>
        <p:cNvGrpSpPr/>
        <p:nvPr/>
      </p:nvGrpSpPr>
      <p:grpSpPr>
        <a:xfrm>
          <a:off x="0" y="0"/>
          <a:ext cx="0" cy="0"/>
          <a:chOff x="0" y="0"/>
          <a:chExt cx="0" cy="0"/>
        </a:xfrm>
      </p:grpSpPr>
      <p:sp>
        <p:nvSpPr>
          <p:cNvPr id="385" name="Shape 385"/>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86" name="Shape 386"/>
          <p:cNvSpPr txBox="1">
            <a:spLocks noGrp="1"/>
          </p:cNvSpPr>
          <p:nvPr>
            <p:ph type="body" idx="1"/>
          </p:nvPr>
        </p:nvSpPr>
        <p:spPr>
          <a:xfrm>
            <a:off x="2399675" y="1009200"/>
            <a:ext cx="6221699" cy="41343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smtClean="0"/>
              <a:t>Student </a:t>
            </a:r>
            <a:r>
              <a:rPr lang="en" sz="1400" dirty="0"/>
              <a:t>3: Food log</a:t>
            </a:r>
          </a:p>
          <a:p>
            <a:pPr lvl="0" rtl="0">
              <a:spcBef>
                <a:spcPts val="0"/>
              </a:spcBef>
              <a:buNone/>
            </a:pPr>
            <a:r>
              <a:rPr lang="en" dirty="0"/>
              <a:t> </a:t>
            </a:r>
          </a:p>
          <a:p>
            <a:pPr lvl="0" rtl="0">
              <a:lnSpc>
                <a:spcPct val="90000"/>
              </a:lnSpc>
              <a:spcBef>
                <a:spcPts val="700"/>
              </a:spcBef>
              <a:buNone/>
            </a:pPr>
            <a:endParaRPr sz="1400" dirty="0"/>
          </a:p>
        </p:txBody>
      </p:sp>
      <p:pic>
        <p:nvPicPr>
          <p:cNvPr id="387" name="Shape 387"/>
          <p:cNvPicPr preferRelativeResize="0"/>
          <p:nvPr/>
        </p:nvPicPr>
        <p:blipFill>
          <a:blip r:embed="rId4">
            <a:alphaModFix/>
          </a:blip>
          <a:stretch>
            <a:fillRect/>
          </a:stretch>
        </p:blipFill>
        <p:spPr>
          <a:xfrm>
            <a:off x="3393195" y="1410159"/>
            <a:ext cx="4825387" cy="3624549"/>
          </a:xfrm>
          <a:prstGeom prst="rect">
            <a:avLst/>
          </a:prstGeom>
          <a:noFill/>
          <a:ln>
            <a:noFill/>
          </a:ln>
        </p:spPr>
      </p:pic>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1"/>
        <p:cNvGrpSpPr/>
        <p:nvPr/>
      </p:nvGrpSpPr>
      <p:grpSpPr>
        <a:xfrm>
          <a:off x="0" y="0"/>
          <a:ext cx="0" cy="0"/>
          <a:chOff x="0" y="0"/>
          <a:chExt cx="0" cy="0"/>
        </a:xfrm>
      </p:grpSpPr>
      <p:sp>
        <p:nvSpPr>
          <p:cNvPr id="392" name="Shape 392"/>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93" name="Shape 393"/>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3: Reflection</a:t>
            </a:r>
          </a:p>
          <a:p>
            <a:pPr rtl="0">
              <a:spcBef>
                <a:spcPts val="0"/>
              </a:spcBef>
              <a:spcAft>
                <a:spcPts val="1600"/>
              </a:spcAft>
              <a:buNone/>
            </a:pPr>
            <a:endParaRPr sz="1400" dirty="0">
              <a:solidFill>
                <a:srgbClr val="FFFFFF"/>
              </a:solidFill>
              <a:latin typeface="Proxima Nova"/>
              <a:ea typeface="Proxima Nova"/>
              <a:cs typeface="Proxima Nova"/>
              <a:sym typeface="Proxima Nova"/>
            </a:endParaRPr>
          </a:p>
          <a:p>
            <a:pPr rtl="0">
              <a:spcBef>
                <a:spcPts val="0"/>
              </a:spcBef>
              <a:spcAft>
                <a:spcPts val="1600"/>
              </a:spcAft>
              <a:buNone/>
            </a:pPr>
            <a:r>
              <a:rPr lang="en" sz="1400" dirty="0">
                <a:solidFill>
                  <a:srgbClr val="FFFFFF"/>
                </a:solidFill>
                <a:latin typeface="Proxima Nova"/>
                <a:ea typeface="Proxima Nova"/>
                <a:cs typeface="Proxima Nova"/>
                <a:sym typeface="Proxima Nova"/>
              </a:rPr>
              <a:t>Based on the food I ate, it is clear that my diet lacks the food classes 4 and 5 ; dairy products and fruits respectively. </a:t>
            </a:r>
          </a:p>
          <a:p>
            <a:pPr rtl="0">
              <a:spcBef>
                <a:spcPts val="0"/>
              </a:spcBef>
              <a:spcAft>
                <a:spcPts val="1600"/>
              </a:spcAft>
              <a:buNone/>
            </a:pPr>
            <a:r>
              <a:rPr lang="en" sz="1400" dirty="0">
                <a:solidFill>
                  <a:srgbClr val="FFFFFF"/>
                </a:solidFill>
                <a:latin typeface="Proxima Nova"/>
                <a:ea typeface="Proxima Nova"/>
                <a:cs typeface="Proxima Nova"/>
                <a:sym typeface="Proxima Nova"/>
              </a:rPr>
              <a:t>Another thing I found was that my food intake is more balanced on a weekday when compared to a weekend.</a:t>
            </a:r>
          </a:p>
          <a:p>
            <a:pPr lvl="0" rtl="0">
              <a:spcBef>
                <a:spcPts val="0"/>
              </a:spcBef>
              <a:spcAft>
                <a:spcPts val="1600"/>
              </a:spcAft>
              <a:buNone/>
            </a:pPr>
            <a:r>
              <a:rPr lang="en" sz="1400" dirty="0">
                <a:solidFill>
                  <a:srgbClr val="FFFFFF"/>
                </a:solidFill>
                <a:latin typeface="Proxima Nova"/>
                <a:ea typeface="Proxima Nova"/>
                <a:cs typeface="Proxima Nova"/>
                <a:sym typeface="Proxima Nova"/>
              </a:rPr>
              <a:t>Also, in order to get a more balanced diet and healthy lifestyle I believe that i should have food at more regular intervals and not have 5-6 hour gap between meals.</a:t>
            </a:r>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7"/>
        <p:cNvGrpSpPr/>
        <p:nvPr/>
      </p:nvGrpSpPr>
      <p:grpSpPr>
        <a:xfrm>
          <a:off x="0" y="0"/>
          <a:ext cx="0" cy="0"/>
          <a:chOff x="0" y="0"/>
          <a:chExt cx="0" cy="0"/>
        </a:xfrm>
      </p:grpSpPr>
      <p:sp>
        <p:nvSpPr>
          <p:cNvPr id="398" name="Shape 398"/>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399" name="Shape 399"/>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4: Food log</a:t>
            </a:r>
          </a:p>
          <a:p>
            <a:pPr lvl="0" rtl="0">
              <a:lnSpc>
                <a:spcPct val="90000"/>
              </a:lnSpc>
              <a:spcBef>
                <a:spcPts val="700"/>
              </a:spcBef>
              <a:buNone/>
            </a:pPr>
            <a:endParaRPr sz="1400" dirty="0"/>
          </a:p>
        </p:txBody>
      </p:sp>
      <p:pic>
        <p:nvPicPr>
          <p:cNvPr id="2050" name="Picture 2" descr="ea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146" y="1586169"/>
            <a:ext cx="5133860" cy="34768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4"/>
        <p:cNvGrpSpPr/>
        <p:nvPr/>
      </p:nvGrpSpPr>
      <p:grpSpPr>
        <a:xfrm>
          <a:off x="0" y="0"/>
          <a:ext cx="0" cy="0"/>
          <a:chOff x="0" y="0"/>
          <a:chExt cx="0" cy="0"/>
        </a:xfrm>
      </p:grpSpPr>
      <p:sp>
        <p:nvSpPr>
          <p:cNvPr id="405" name="Shape 405"/>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406" name="Shape 406"/>
          <p:cNvSpPr txBox="1">
            <a:spLocks noGrp="1"/>
          </p:cNvSpPr>
          <p:nvPr>
            <p:ph type="body" idx="1"/>
          </p:nvPr>
        </p:nvSpPr>
        <p:spPr>
          <a:xfrm>
            <a:off x="2902775" y="805474"/>
            <a:ext cx="5718600" cy="3854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4: Reflection</a:t>
            </a:r>
          </a:p>
          <a:p>
            <a:pPr marR="139700" rtl="0">
              <a:lnSpc>
                <a:spcPct val="115000"/>
              </a:lnSpc>
              <a:spcBef>
                <a:spcPts val="400"/>
              </a:spcBef>
              <a:buNone/>
            </a:pPr>
            <a:r>
              <a:rPr lang="en" sz="1200" dirty="0">
                <a:solidFill>
                  <a:srgbClr val="FFFFFF"/>
                </a:solidFill>
              </a:rPr>
              <a:t>As seen from the table on Day 1, I had two cups of some healthy moong dal khichdi and two cups of vegetable macaroni for lunch. I snacked a little on Chakuli in the evening. However this helped me reduce my intake for dinner where in I had a cup of fried rice. On Day 2, I started my day with some healthy moong dal khichdi left over from the previous day and 2 cups of curd rice for lunch. I binged on few store bought crackers in the evening. I had a very balanced diet containing mixed veggies, macaroni and garbanzo beans for dinner. On Day3 my breakfast comprised of some steamed dhoklas made from ready made mix. My lunch was a cup of simple macaroni in red sauce. A hectic schedule ahead spared me no time for snacking and I ended up overeating for dinner. Dinner was a big spread with fried rice, soya chunks curry and Raita which is curd based. </a:t>
            </a:r>
          </a:p>
          <a:p>
            <a:pPr marR="139700" rtl="0">
              <a:lnSpc>
                <a:spcPct val="115000"/>
              </a:lnSpc>
              <a:spcBef>
                <a:spcPts val="400"/>
              </a:spcBef>
              <a:buNone/>
            </a:pPr>
            <a:r>
              <a:rPr lang="en" sz="1200" dirty="0">
                <a:solidFill>
                  <a:srgbClr val="FFFFFF"/>
                </a:solidFill>
              </a:rPr>
              <a:t>Some of my observations have been as follows:</a:t>
            </a:r>
          </a:p>
          <a:p>
            <a:pPr marR="139700" rtl="0">
              <a:lnSpc>
                <a:spcPct val="115000"/>
              </a:lnSpc>
              <a:spcBef>
                <a:spcPts val="400"/>
              </a:spcBef>
              <a:buNone/>
            </a:pPr>
            <a:r>
              <a:rPr lang="en" sz="1200" dirty="0">
                <a:solidFill>
                  <a:srgbClr val="FFFFFF"/>
                </a:solidFill>
              </a:rPr>
              <a:t>1. I ate more healthy on days I had a heavy breakfast and lunch. </a:t>
            </a:r>
          </a:p>
          <a:p>
            <a:pPr marR="139700" rtl="0">
              <a:lnSpc>
                <a:spcPct val="115000"/>
              </a:lnSpc>
              <a:spcBef>
                <a:spcPts val="400"/>
              </a:spcBef>
              <a:buNone/>
            </a:pPr>
            <a:r>
              <a:rPr lang="en" sz="1200" dirty="0">
                <a:solidFill>
                  <a:srgbClr val="FFFFFF"/>
                </a:solidFill>
              </a:rPr>
              <a:t>2. I ate less when I decorated my plate to send pictures to my family.</a:t>
            </a:r>
          </a:p>
          <a:p>
            <a:pPr marR="139700" rtl="0">
              <a:lnSpc>
                <a:spcPct val="115000"/>
              </a:lnSpc>
              <a:spcBef>
                <a:spcPts val="400"/>
              </a:spcBef>
              <a:buNone/>
            </a:pPr>
            <a:r>
              <a:rPr lang="en" sz="1200" dirty="0">
                <a:solidFill>
                  <a:srgbClr val="FFFFFF"/>
                </a:solidFill>
              </a:rPr>
              <a:t>3. Lack of sleep and hectic schedule led to cravings and overeating in turn.</a:t>
            </a:r>
          </a:p>
          <a:p>
            <a:pPr marR="139700" lvl="0" rtl="0">
              <a:lnSpc>
                <a:spcPct val="115000"/>
              </a:lnSpc>
              <a:spcBef>
                <a:spcPts val="400"/>
              </a:spcBef>
              <a:buNone/>
            </a:pPr>
            <a:r>
              <a:rPr lang="en" sz="1200" dirty="0">
                <a:solidFill>
                  <a:srgbClr val="FFFFFF"/>
                </a:solidFill>
              </a:rPr>
              <a:t>4. Light Snacking in the evening led to a more balanced meal during night.</a:t>
            </a:r>
          </a:p>
        </p:txBody>
      </p:sp>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0"/>
        <p:cNvGrpSpPr/>
        <p:nvPr/>
      </p:nvGrpSpPr>
      <p:grpSpPr>
        <a:xfrm>
          <a:off x="0" y="0"/>
          <a:ext cx="0" cy="0"/>
          <a:chOff x="0" y="0"/>
          <a:chExt cx="0" cy="0"/>
        </a:xfrm>
      </p:grpSpPr>
      <p:sp>
        <p:nvSpPr>
          <p:cNvPr id="411" name="Shape 411"/>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412" name="Shape 412"/>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5: Food log</a:t>
            </a:r>
          </a:p>
          <a:p>
            <a:pPr lvl="0" rtl="0">
              <a:lnSpc>
                <a:spcPct val="90000"/>
              </a:lnSpc>
              <a:spcBef>
                <a:spcPts val="700"/>
              </a:spcBef>
              <a:buNone/>
            </a:pPr>
            <a:endParaRPr sz="1400" dirty="0"/>
          </a:p>
        </p:txBody>
      </p:sp>
      <p:pic>
        <p:nvPicPr>
          <p:cNvPr id="413" name="Shape 413"/>
          <p:cNvPicPr preferRelativeResize="0"/>
          <p:nvPr/>
        </p:nvPicPr>
        <p:blipFill>
          <a:blip r:embed="rId4">
            <a:alphaModFix/>
          </a:blip>
          <a:stretch>
            <a:fillRect/>
          </a:stretch>
        </p:blipFill>
        <p:spPr>
          <a:xfrm>
            <a:off x="3270588" y="1356574"/>
            <a:ext cx="4982974" cy="3602950"/>
          </a:xfrm>
          <a:prstGeom prst="rect">
            <a:avLst/>
          </a:prstGeom>
          <a:noFill/>
          <a:ln>
            <a:noFill/>
          </a:ln>
        </p:spPr>
      </p:pic>
    </p:spTree>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7"/>
        <p:cNvGrpSpPr/>
        <p:nvPr/>
      </p:nvGrpSpPr>
      <p:grpSpPr>
        <a:xfrm>
          <a:off x="0" y="0"/>
          <a:ext cx="0" cy="0"/>
          <a:chOff x="0" y="0"/>
          <a:chExt cx="0" cy="0"/>
        </a:xfrm>
      </p:grpSpPr>
      <p:sp>
        <p:nvSpPr>
          <p:cNvPr id="418" name="Shape 418"/>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419" name="Shape 419"/>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5: Reflection</a:t>
            </a:r>
          </a:p>
          <a:p>
            <a:pPr rtl="0">
              <a:spcBef>
                <a:spcPts val="0"/>
              </a:spcBef>
              <a:buNone/>
            </a:pPr>
            <a:endParaRPr sz="1400" dirty="0">
              <a:solidFill>
                <a:srgbClr val="FFFFFF"/>
              </a:solidFill>
            </a:endParaRPr>
          </a:p>
          <a:p>
            <a:pPr>
              <a:buNone/>
            </a:pPr>
            <a:r>
              <a:rPr lang="en-IN" sz="1400" dirty="0"/>
              <a:t>According to my food log, I really love chicken.  I have a wide variety of protein intake alternating with chicken, bacon, fish and other food sources.  However, there is significantly low intake of any vegetables or fruits.  I thought my diet includes these vitamins but clearly it does not.  Also, there are a lot of processed foods I eat like flour, bread, mayonnaise, </a:t>
            </a:r>
            <a:r>
              <a:rPr lang="en-IN" sz="1400" dirty="0" smtClean="0"/>
              <a:t>Nutella, etc. </a:t>
            </a:r>
            <a:r>
              <a:rPr lang="en-IN" sz="1400" dirty="0"/>
              <a:t>which is very unhealthy.  </a:t>
            </a:r>
          </a:p>
          <a:p>
            <a:pPr>
              <a:buNone/>
            </a:pPr>
            <a:r>
              <a:rPr lang="en-IN" sz="1400" dirty="0"/>
              <a:t>I think I need a big diet change as I need to have whole, natural foods as opposed to processed foods.</a:t>
            </a:r>
            <a:endParaRPr sz="1400" dirty="0"/>
          </a:p>
          <a:p>
            <a:pPr lvl="0" rtl="0">
              <a:lnSpc>
                <a:spcPct val="90000"/>
              </a:lnSpc>
              <a:spcBef>
                <a:spcPts val="700"/>
              </a:spcBef>
              <a:buNone/>
            </a:pPr>
            <a:endParaRPr sz="1400" dirty="0"/>
          </a:p>
        </p:txBody>
      </p:sp>
    </p:spTree>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23"/>
        <p:cNvGrpSpPr/>
        <p:nvPr/>
      </p:nvGrpSpPr>
      <p:grpSpPr>
        <a:xfrm>
          <a:off x="0" y="0"/>
          <a:ext cx="0" cy="0"/>
          <a:chOff x="0" y="0"/>
          <a:chExt cx="0" cy="0"/>
        </a:xfrm>
      </p:grpSpPr>
      <p:sp>
        <p:nvSpPr>
          <p:cNvPr id="424" name="Shape 424"/>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425" name="Shape 425"/>
          <p:cNvSpPr txBox="1">
            <a:spLocks noGrp="1"/>
          </p:cNvSpPr>
          <p:nvPr>
            <p:ph type="body" idx="1"/>
          </p:nvPr>
        </p:nvSpPr>
        <p:spPr>
          <a:xfrm>
            <a:off x="2902775" y="1009200"/>
            <a:ext cx="5718600" cy="31251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6: Food log</a:t>
            </a:r>
          </a:p>
          <a:p>
            <a:pPr lvl="0" rtl="0">
              <a:spcBef>
                <a:spcPts val="0"/>
              </a:spcBef>
              <a:buNone/>
            </a:pPr>
            <a:endParaRPr sz="1400" dirty="0"/>
          </a:p>
          <a:p>
            <a:pPr lvl="0" rtl="0">
              <a:lnSpc>
                <a:spcPct val="90000"/>
              </a:lnSpc>
              <a:spcBef>
                <a:spcPts val="700"/>
              </a:spcBef>
              <a:buNone/>
            </a:pPr>
            <a:endParaRPr sz="1400" dirty="0"/>
          </a:p>
        </p:txBody>
      </p:sp>
      <p:pic>
        <p:nvPicPr>
          <p:cNvPr id="426" name="Shape 426"/>
          <p:cNvPicPr preferRelativeResize="0"/>
          <p:nvPr/>
        </p:nvPicPr>
        <p:blipFill>
          <a:blip r:embed="rId4">
            <a:alphaModFix/>
          </a:blip>
          <a:stretch>
            <a:fillRect/>
          </a:stretch>
        </p:blipFill>
        <p:spPr>
          <a:xfrm>
            <a:off x="2858275" y="1581199"/>
            <a:ext cx="5509494" cy="3125100"/>
          </a:xfrm>
          <a:prstGeom prst="rect">
            <a:avLst/>
          </a:prstGeom>
          <a:noFill/>
          <a:ln>
            <a:noFill/>
          </a:ln>
        </p:spPr>
      </p:pic>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0"/>
        <p:cNvGrpSpPr/>
        <p:nvPr/>
      </p:nvGrpSpPr>
      <p:grpSpPr>
        <a:xfrm>
          <a:off x="0" y="0"/>
          <a:ext cx="0" cy="0"/>
          <a:chOff x="0" y="0"/>
          <a:chExt cx="0" cy="0"/>
        </a:xfrm>
      </p:grpSpPr>
      <p:sp>
        <p:nvSpPr>
          <p:cNvPr id="431" name="Shape 431"/>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1 - </a:t>
            </a:r>
            <a:r>
              <a:rPr lang="en">
                <a:solidFill>
                  <a:schemeClr val="lt1"/>
                </a:solidFill>
              </a:rPr>
              <a:t>FOOD LOGS</a:t>
            </a:r>
          </a:p>
        </p:txBody>
      </p:sp>
      <p:sp>
        <p:nvSpPr>
          <p:cNvPr id="432" name="Shape 432"/>
          <p:cNvSpPr txBox="1">
            <a:spLocks noGrp="1"/>
          </p:cNvSpPr>
          <p:nvPr>
            <p:ph type="body" idx="1"/>
          </p:nvPr>
        </p:nvSpPr>
        <p:spPr>
          <a:xfrm>
            <a:off x="2902775" y="1009200"/>
            <a:ext cx="5803199" cy="3948300"/>
          </a:xfrm>
          <a:prstGeom prst="rect">
            <a:avLst/>
          </a:prstGeom>
        </p:spPr>
        <p:txBody>
          <a:bodyPr lIns="91425" tIns="91425" rIns="91425" bIns="91425" anchor="t" anchorCtr="0">
            <a:noAutofit/>
          </a:bodyPr>
          <a:lstStyle/>
          <a:p>
            <a:pPr marL="457200" lvl="0" indent="-228600" rtl="0">
              <a:spcBef>
                <a:spcPts val="0"/>
              </a:spcBef>
              <a:buClr>
                <a:schemeClr val="lt1"/>
              </a:buClr>
            </a:pPr>
            <a:r>
              <a:rPr lang="en" sz="1400" dirty="0"/>
              <a:t>Student 6: </a:t>
            </a:r>
            <a:r>
              <a:rPr lang="en" sz="1400" dirty="0" smtClean="0"/>
              <a:t>Reflection</a:t>
            </a:r>
          </a:p>
          <a:p>
            <a:pPr marL="228600" lvl="0" rtl="0">
              <a:spcBef>
                <a:spcPts val="0"/>
              </a:spcBef>
              <a:buClr>
                <a:schemeClr val="lt1"/>
              </a:buClr>
              <a:buNone/>
            </a:pPr>
            <a:endParaRPr lang="en" sz="1400" dirty="0"/>
          </a:p>
          <a:p>
            <a:pPr lvl="0" rtl="0">
              <a:lnSpc>
                <a:spcPct val="115000"/>
              </a:lnSpc>
              <a:spcBef>
                <a:spcPts val="0"/>
              </a:spcBef>
              <a:buNone/>
            </a:pPr>
            <a:r>
              <a:rPr lang="en" sz="1400" dirty="0">
                <a:solidFill>
                  <a:srgbClr val="FFFFFF"/>
                </a:solidFill>
              </a:rPr>
              <a:t>It is clear from the three days of my food log that I critically need a change in my diet. Of the meals I had, approximately 20% is made up of vegetables and fruits. The other 80% is made up of meat and starch. I believe these figures should be the other way round. Also, it appears that I eat more during the weekends than the other days of the week.  I seem to have too much sweet food intake like ice cream, fruit salads, cocoa rice.  Late night eating is also a habit I need to cut down on because it's not healthy to eat and sleep straight away.  All this is evident of my weight and size. I really believe that you are what you eat and maintaining a healthy living is ultimately determined by what you put in your mouth, how much and when. Eating more of natural foods and avoiding processed food is key. </a:t>
            </a:r>
          </a:p>
        </p:txBody>
      </p:sp>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6"/>
        <p:cNvGrpSpPr/>
        <p:nvPr/>
      </p:nvGrpSpPr>
      <p:grpSpPr>
        <a:xfrm>
          <a:off x="0" y="0"/>
          <a:ext cx="0" cy="0"/>
          <a:chOff x="0" y="0"/>
          <a:chExt cx="0" cy="0"/>
        </a:xfrm>
      </p:grpSpPr>
      <p:sp>
        <p:nvSpPr>
          <p:cNvPr id="437" name="Shape 437"/>
          <p:cNvSpPr/>
          <p:nvPr/>
        </p:nvSpPr>
        <p:spPr>
          <a:xfrm>
            <a:off x="2572050" y="0"/>
            <a:ext cx="3999899" cy="5143499"/>
          </a:xfrm>
          <a:prstGeom prst="rect">
            <a:avLst/>
          </a:prstGeom>
          <a:solidFill>
            <a:srgbClr val="00B2FF">
              <a:alpha val="73330"/>
            </a:srgbClr>
          </a:solidFill>
          <a:ln>
            <a:noFill/>
          </a:ln>
        </p:spPr>
        <p:txBody>
          <a:bodyPr lIns="91425" tIns="91425" rIns="91425" bIns="91425" anchor="ctr" anchorCtr="0">
            <a:noAutofit/>
          </a:bodyPr>
          <a:lstStyle/>
          <a:p>
            <a:pPr>
              <a:spcBef>
                <a:spcPts val="0"/>
              </a:spcBef>
              <a:buNone/>
            </a:pPr>
            <a:endParaRPr/>
          </a:p>
        </p:txBody>
      </p:sp>
      <p:sp>
        <p:nvSpPr>
          <p:cNvPr id="438" name="Shape 438"/>
          <p:cNvSpPr txBox="1">
            <a:spLocks noGrp="1"/>
          </p:cNvSpPr>
          <p:nvPr>
            <p:ph type="ctrTitle" idx="4294967295"/>
          </p:nvPr>
        </p:nvSpPr>
        <p:spPr>
          <a:xfrm>
            <a:off x="2735800" y="2573950"/>
            <a:ext cx="3510599" cy="1159799"/>
          </a:xfrm>
          <a:prstGeom prst="rect">
            <a:avLst/>
          </a:prstGeom>
          <a:noFill/>
          <a:ln>
            <a:noFill/>
          </a:ln>
        </p:spPr>
        <p:txBody>
          <a:bodyPr lIns="91425" tIns="91425" rIns="91425" bIns="91425" anchor="b" anchorCtr="0">
            <a:noAutofit/>
          </a:bodyPr>
          <a:lstStyle/>
          <a:p>
            <a:pPr lvl="0" algn="ctr" rtl="0">
              <a:spcBef>
                <a:spcPts val="0"/>
              </a:spcBef>
              <a:buNone/>
            </a:pPr>
            <a:r>
              <a:rPr lang="en" sz="3000"/>
              <a:t>Appendix 2</a:t>
            </a:r>
          </a:p>
        </p:txBody>
      </p:sp>
      <p:grpSp>
        <p:nvGrpSpPr>
          <p:cNvPr id="439" name="Shape 439"/>
          <p:cNvGrpSpPr/>
          <p:nvPr/>
        </p:nvGrpSpPr>
        <p:grpSpPr>
          <a:xfrm>
            <a:off x="4212252" y="836317"/>
            <a:ext cx="702681" cy="1114048"/>
            <a:chOff x="6718575" y="2318625"/>
            <a:chExt cx="256950" cy="407375"/>
          </a:xfrm>
        </p:grpSpPr>
        <p:sp>
          <p:nvSpPr>
            <p:cNvPr id="440" name="Shape 440"/>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1" name="Shape 441"/>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2" name="Shape 442"/>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3" name="Shape 443"/>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4" name="Shape 444"/>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5" name="Shape 445"/>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6" name="Shape 446"/>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447" name="Shape 447"/>
            <p:cNvSpPr/>
            <p:nvPr/>
          </p:nvSpPr>
          <p:spPr>
            <a:xfrm>
              <a:off x="6795900" y="2628550"/>
              <a:ext cx="102300" cy="25"/>
            </a:xfrm>
            <a:custGeom>
              <a:avLst/>
              <a:gdLst/>
              <a:ahLst/>
              <a:cxnLst/>
              <a:rect l="0" t="0" r="0" b="0"/>
              <a:pathLst>
                <a:path w="4092" h="1" fill="none" extrusionOk="0">
                  <a:moveTo>
                    <a:pt x="0" y="1"/>
                  </a:moveTo>
                  <a:lnTo>
                    <a:pt x="4092" y="1"/>
                  </a:lnTo>
                </a:path>
              </a:pathLst>
            </a:custGeom>
            <a:noFill/>
            <a:ln w="38100" cap="rnd" cmpd="sng">
              <a:solidFill>
                <a:srgbClr val="FFFFF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1"/>
        <p:cNvGrpSpPr/>
        <p:nvPr/>
      </p:nvGrpSpPr>
      <p:grpSpPr>
        <a:xfrm>
          <a:off x="0" y="0"/>
          <a:ext cx="0" cy="0"/>
          <a:chOff x="0" y="0"/>
          <a:chExt cx="0" cy="0"/>
        </a:xfrm>
      </p:grpSpPr>
      <p:sp>
        <p:nvSpPr>
          <p:cNvPr id="452" name="Shape 452"/>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2 - PROTOTYPE EVOLUTION</a:t>
            </a:r>
          </a:p>
        </p:txBody>
      </p:sp>
      <p:sp>
        <p:nvSpPr>
          <p:cNvPr id="453" name="Shape 453"/>
          <p:cNvSpPr txBox="1">
            <a:spLocks noGrp="1"/>
          </p:cNvSpPr>
          <p:nvPr>
            <p:ph type="body" idx="1"/>
          </p:nvPr>
        </p:nvSpPr>
        <p:spPr>
          <a:xfrm>
            <a:off x="2902775" y="1009200"/>
            <a:ext cx="5718600" cy="3983400"/>
          </a:xfrm>
          <a:prstGeom prst="rect">
            <a:avLst/>
          </a:prstGeom>
        </p:spPr>
        <p:txBody>
          <a:bodyPr lIns="91425" tIns="91425" rIns="91425" bIns="91425" anchor="t" anchorCtr="0">
            <a:noAutofit/>
          </a:bodyPr>
          <a:lstStyle/>
          <a:p>
            <a:pPr marL="457200" lvl="0" indent="-228600" rtl="0">
              <a:spcBef>
                <a:spcPts val="0"/>
              </a:spcBef>
              <a:buClr>
                <a:schemeClr val="lt1"/>
              </a:buClr>
            </a:pPr>
            <a:r>
              <a:rPr lang="en"/>
              <a:t>Version 1</a:t>
            </a: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lvl="0" rtl="0">
              <a:lnSpc>
                <a:spcPct val="100000"/>
              </a:lnSpc>
              <a:spcBef>
                <a:spcPts val="0"/>
              </a:spcBef>
              <a:buClr>
                <a:schemeClr val="dk1"/>
              </a:buClr>
              <a:buSzPct val="78571"/>
              <a:buFont typeface="Arial"/>
              <a:buNone/>
            </a:pPr>
            <a:r>
              <a:rPr lang="en">
                <a:solidFill>
                  <a:srgbClr val="FFFFFF"/>
                </a:solidFill>
                <a:latin typeface="Arial"/>
                <a:ea typeface="Arial"/>
                <a:cs typeface="Arial"/>
                <a:sym typeface="Arial"/>
              </a:rPr>
              <a:t>This was the initial design we came up with but we realised that the interface didn’t provide an option to choose date and also to save the entries.</a:t>
            </a:r>
          </a:p>
          <a:p>
            <a:pPr rtl="0">
              <a:spcBef>
                <a:spcPts val="0"/>
              </a:spcBef>
              <a:buNone/>
            </a:pPr>
            <a:endParaRPr/>
          </a:p>
          <a:p>
            <a:pPr lvl="0" rtl="0">
              <a:spcBef>
                <a:spcPts val="0"/>
              </a:spcBef>
              <a:buNone/>
            </a:pPr>
            <a:r>
              <a:rPr lang="en"/>
              <a:t> </a:t>
            </a:r>
          </a:p>
          <a:p>
            <a:pPr lvl="0" rtl="0">
              <a:lnSpc>
                <a:spcPct val="90000"/>
              </a:lnSpc>
              <a:spcBef>
                <a:spcPts val="700"/>
              </a:spcBef>
              <a:buNone/>
            </a:pPr>
            <a:endParaRPr sz="1400"/>
          </a:p>
        </p:txBody>
      </p:sp>
      <p:pic>
        <p:nvPicPr>
          <p:cNvPr id="454" name="Shape 454"/>
          <p:cNvPicPr preferRelativeResize="0"/>
          <p:nvPr/>
        </p:nvPicPr>
        <p:blipFill>
          <a:blip r:embed="rId4">
            <a:alphaModFix/>
          </a:blip>
          <a:stretch>
            <a:fillRect/>
          </a:stretch>
        </p:blipFill>
        <p:spPr>
          <a:xfrm>
            <a:off x="3158275" y="1454650"/>
            <a:ext cx="5031500" cy="2419449"/>
          </a:xfrm>
          <a:prstGeom prst="rect">
            <a:avLst/>
          </a:prstGeom>
          <a:noFill/>
          <a:ln>
            <a:noFill/>
          </a:ln>
        </p:spPr>
      </p:pic>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8"/>
        <p:cNvGrpSpPr/>
        <p:nvPr/>
      </p:nvGrpSpPr>
      <p:grpSpPr>
        <a:xfrm>
          <a:off x="0" y="0"/>
          <a:ext cx="0" cy="0"/>
          <a:chOff x="0" y="0"/>
          <a:chExt cx="0" cy="0"/>
        </a:xfrm>
      </p:grpSpPr>
      <p:sp>
        <p:nvSpPr>
          <p:cNvPr id="459" name="Shape 459"/>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2 - PROTOTYPE EVOLUTION</a:t>
            </a:r>
          </a:p>
        </p:txBody>
      </p:sp>
      <p:sp>
        <p:nvSpPr>
          <p:cNvPr id="460" name="Shape 460"/>
          <p:cNvSpPr txBox="1">
            <a:spLocks noGrp="1"/>
          </p:cNvSpPr>
          <p:nvPr>
            <p:ph type="body" idx="1"/>
          </p:nvPr>
        </p:nvSpPr>
        <p:spPr>
          <a:xfrm>
            <a:off x="2902775" y="1009200"/>
            <a:ext cx="5718600" cy="3996000"/>
          </a:xfrm>
          <a:prstGeom prst="rect">
            <a:avLst/>
          </a:prstGeom>
        </p:spPr>
        <p:txBody>
          <a:bodyPr lIns="91425" tIns="91425" rIns="91425" bIns="91425" anchor="t" anchorCtr="0">
            <a:noAutofit/>
          </a:bodyPr>
          <a:lstStyle/>
          <a:p>
            <a:pPr marL="457200" lvl="0" indent="-228600" rtl="0">
              <a:spcBef>
                <a:spcPts val="0"/>
              </a:spcBef>
              <a:buClr>
                <a:schemeClr val="lt1"/>
              </a:buClr>
            </a:pPr>
            <a:r>
              <a:rPr lang="en"/>
              <a:t>Version 2</a:t>
            </a: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rtl="0">
              <a:spcBef>
                <a:spcPts val="0"/>
              </a:spcBef>
              <a:buNone/>
            </a:pPr>
            <a:endParaRPr/>
          </a:p>
          <a:p>
            <a:pPr lvl="0" rtl="0">
              <a:lnSpc>
                <a:spcPct val="100000"/>
              </a:lnSpc>
              <a:spcBef>
                <a:spcPts val="0"/>
              </a:spcBef>
              <a:buClr>
                <a:schemeClr val="dk1"/>
              </a:buClr>
              <a:buSzPct val="78571"/>
              <a:buFont typeface="Arial"/>
              <a:buNone/>
            </a:pPr>
            <a:r>
              <a:rPr lang="en">
                <a:solidFill>
                  <a:srgbClr val="FFFFFF"/>
                </a:solidFill>
                <a:latin typeface="Arial"/>
                <a:ea typeface="Arial"/>
                <a:cs typeface="Arial"/>
                <a:sym typeface="Arial"/>
              </a:rPr>
              <a:t>This version seemed good until we realised that this did have a ‘recall’ feature but wouldn’t create a log with entries corresponding to each day and also meal type and description of food wasn’t really necessary.</a:t>
            </a:r>
          </a:p>
          <a:p>
            <a:pPr lvl="0" rtl="0">
              <a:spcBef>
                <a:spcPts val="0"/>
              </a:spcBef>
              <a:buNone/>
            </a:pPr>
            <a:r>
              <a:rPr lang="en">
                <a:solidFill>
                  <a:srgbClr val="FFFFFF"/>
                </a:solidFill>
              </a:rPr>
              <a:t> </a:t>
            </a:r>
          </a:p>
          <a:p>
            <a:pPr lvl="0" rtl="0">
              <a:lnSpc>
                <a:spcPct val="90000"/>
              </a:lnSpc>
              <a:spcBef>
                <a:spcPts val="700"/>
              </a:spcBef>
              <a:buNone/>
            </a:pPr>
            <a:endParaRPr sz="1400"/>
          </a:p>
        </p:txBody>
      </p:sp>
      <p:pic>
        <p:nvPicPr>
          <p:cNvPr id="461" name="Shape 461"/>
          <p:cNvPicPr preferRelativeResize="0"/>
          <p:nvPr/>
        </p:nvPicPr>
        <p:blipFill>
          <a:blip r:embed="rId4">
            <a:alphaModFix/>
          </a:blip>
          <a:stretch>
            <a:fillRect/>
          </a:stretch>
        </p:blipFill>
        <p:spPr>
          <a:xfrm>
            <a:off x="3493750" y="1379299"/>
            <a:ext cx="4378700" cy="2448975"/>
          </a:xfrm>
          <a:prstGeom prst="rect">
            <a:avLst/>
          </a:prstGeom>
          <a:noFill/>
          <a:ln>
            <a:noFill/>
          </a:ln>
        </p:spPr>
      </p:pic>
    </p:spTree>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5"/>
        <p:cNvGrpSpPr/>
        <p:nvPr/>
      </p:nvGrpSpPr>
      <p:grpSpPr>
        <a:xfrm>
          <a:off x="0" y="0"/>
          <a:ext cx="0" cy="0"/>
          <a:chOff x="0" y="0"/>
          <a:chExt cx="0" cy="0"/>
        </a:xfrm>
      </p:grpSpPr>
      <p:sp>
        <p:nvSpPr>
          <p:cNvPr id="466" name="Shape 466"/>
          <p:cNvSpPr txBox="1">
            <a:spLocks noGrp="1"/>
          </p:cNvSpPr>
          <p:nvPr>
            <p:ph type="title"/>
          </p:nvPr>
        </p:nvSpPr>
        <p:spPr>
          <a:xfrm>
            <a:off x="2902775" y="302375"/>
            <a:ext cx="5718600" cy="503099"/>
          </a:xfrm>
          <a:prstGeom prst="rect">
            <a:avLst/>
          </a:prstGeom>
        </p:spPr>
        <p:txBody>
          <a:bodyPr lIns="91425" tIns="91425" rIns="91425" bIns="91425" anchor="t" anchorCtr="0">
            <a:noAutofit/>
          </a:bodyPr>
          <a:lstStyle/>
          <a:p>
            <a:pPr lvl="0" rtl="0">
              <a:spcBef>
                <a:spcPts val="0"/>
              </a:spcBef>
              <a:buNone/>
            </a:pPr>
            <a:r>
              <a:rPr lang="en"/>
              <a:t>APPENDIX 2 - PROTOTYPE EVOLUTION</a:t>
            </a:r>
          </a:p>
        </p:txBody>
      </p:sp>
      <p:sp>
        <p:nvSpPr>
          <p:cNvPr id="467" name="Shape 467"/>
          <p:cNvSpPr txBox="1">
            <a:spLocks noGrp="1"/>
          </p:cNvSpPr>
          <p:nvPr>
            <p:ph type="body" idx="1"/>
          </p:nvPr>
        </p:nvSpPr>
        <p:spPr>
          <a:xfrm>
            <a:off x="2902775" y="1009200"/>
            <a:ext cx="5718600" cy="3958199"/>
          </a:xfrm>
          <a:prstGeom prst="rect">
            <a:avLst/>
          </a:prstGeom>
        </p:spPr>
        <p:txBody>
          <a:bodyPr lIns="91425" tIns="91425" rIns="91425" bIns="91425" anchor="t" anchorCtr="0">
            <a:noAutofit/>
          </a:bodyPr>
          <a:lstStyle/>
          <a:p>
            <a:pPr marL="457200" lvl="0" indent="-228600" rtl="0">
              <a:spcBef>
                <a:spcPts val="0"/>
              </a:spcBef>
              <a:buClr>
                <a:schemeClr val="lt1"/>
              </a:buClr>
              <a:buSzPct val="100000"/>
            </a:pPr>
            <a:r>
              <a:rPr lang="en" sz="1200"/>
              <a:t>Version 3</a:t>
            </a:r>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endParaRPr sz="1200"/>
          </a:p>
          <a:p>
            <a:pPr rtl="0">
              <a:spcBef>
                <a:spcPts val="0"/>
              </a:spcBef>
              <a:buNone/>
            </a:pPr>
            <a:r>
              <a:rPr lang="en" sz="1200">
                <a:solidFill>
                  <a:srgbClr val="FFFFFF"/>
                </a:solidFill>
              </a:rPr>
              <a:t> </a:t>
            </a:r>
          </a:p>
          <a:p>
            <a:pPr rtl="0">
              <a:spcBef>
                <a:spcPts val="0"/>
              </a:spcBef>
              <a:buNone/>
            </a:pPr>
            <a:endParaRPr sz="1200">
              <a:solidFill>
                <a:srgbClr val="FFFFFF"/>
              </a:solidFill>
              <a:latin typeface="Arial"/>
              <a:ea typeface="Arial"/>
              <a:cs typeface="Arial"/>
              <a:sym typeface="Arial"/>
            </a:endParaRPr>
          </a:p>
          <a:p>
            <a:pPr lvl="0" rtl="0">
              <a:spcBef>
                <a:spcPts val="0"/>
              </a:spcBef>
              <a:buNone/>
            </a:pPr>
            <a:r>
              <a:rPr lang="en" sz="1200">
                <a:solidFill>
                  <a:srgbClr val="FFFFFF"/>
                </a:solidFill>
                <a:latin typeface="Arial"/>
                <a:ea typeface="Arial"/>
                <a:cs typeface="Arial"/>
                <a:sym typeface="Arial"/>
              </a:rPr>
              <a:t>We implemented this and conducted Think Alouds for this particular interface in the tutorial of week 11. From the Think Alouds and cognitive walkthrough conducted , we inferred that there was still scope to improve this application and make it more simple so as to provide the basic set of features that would help perform the three tasks listed.</a:t>
            </a:r>
          </a:p>
        </p:txBody>
      </p:sp>
      <p:pic>
        <p:nvPicPr>
          <p:cNvPr id="468" name="Shape 468"/>
          <p:cNvPicPr preferRelativeResize="0"/>
          <p:nvPr/>
        </p:nvPicPr>
        <p:blipFill>
          <a:blip r:embed="rId4">
            <a:alphaModFix/>
          </a:blip>
          <a:stretch>
            <a:fillRect/>
          </a:stretch>
        </p:blipFill>
        <p:spPr>
          <a:xfrm>
            <a:off x="3540425" y="1357575"/>
            <a:ext cx="4227649" cy="2389999"/>
          </a:xfrm>
          <a:prstGeom prst="rect">
            <a:avLst/>
          </a:prstGeom>
          <a:noFill/>
          <a:ln>
            <a:noFill/>
          </a:ln>
        </p:spPr>
      </p:pic>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2"/>
        <p:cNvGrpSpPr/>
        <p:nvPr/>
      </p:nvGrpSpPr>
      <p:grpSpPr>
        <a:xfrm>
          <a:off x="0" y="0"/>
          <a:ext cx="0" cy="0"/>
          <a:chOff x="0" y="0"/>
          <a:chExt cx="0" cy="0"/>
        </a:xfrm>
      </p:grpSpPr>
      <p:sp>
        <p:nvSpPr>
          <p:cNvPr id="473" name="Shape 473"/>
          <p:cNvSpPr txBox="1">
            <a:spLocks noGrp="1"/>
          </p:cNvSpPr>
          <p:nvPr>
            <p:ph type="title"/>
          </p:nvPr>
        </p:nvSpPr>
        <p:spPr>
          <a:xfrm>
            <a:off x="2902775" y="180150"/>
            <a:ext cx="5718600" cy="503099"/>
          </a:xfrm>
          <a:prstGeom prst="rect">
            <a:avLst/>
          </a:prstGeom>
        </p:spPr>
        <p:txBody>
          <a:bodyPr lIns="91425" tIns="91425" rIns="91425" bIns="91425" anchor="t" anchorCtr="0">
            <a:noAutofit/>
          </a:bodyPr>
          <a:lstStyle/>
          <a:p>
            <a:pPr lvl="0" rtl="0">
              <a:spcBef>
                <a:spcPts val="0"/>
              </a:spcBef>
              <a:buClr>
                <a:schemeClr val="dk1"/>
              </a:buClr>
              <a:buSzPct val="61111"/>
              <a:buFont typeface="Arial"/>
              <a:buNone/>
            </a:pPr>
            <a:r>
              <a:rPr lang="en">
                <a:solidFill>
                  <a:schemeClr val="lt1"/>
                </a:solidFill>
              </a:rPr>
              <a:t>APPENDIX 2 - PROTOTYPE EVOLUTION</a:t>
            </a:r>
          </a:p>
        </p:txBody>
      </p:sp>
      <p:sp>
        <p:nvSpPr>
          <p:cNvPr id="474" name="Shape 474"/>
          <p:cNvSpPr txBox="1">
            <a:spLocks noGrp="1"/>
          </p:cNvSpPr>
          <p:nvPr>
            <p:ph type="body" idx="1"/>
          </p:nvPr>
        </p:nvSpPr>
        <p:spPr>
          <a:xfrm>
            <a:off x="2902775" y="724000"/>
            <a:ext cx="5718600" cy="3125100"/>
          </a:xfrm>
          <a:prstGeom prst="rect">
            <a:avLst/>
          </a:prstGeom>
        </p:spPr>
        <p:txBody>
          <a:bodyPr lIns="91425" tIns="91425" rIns="91425" bIns="91425" anchor="t" anchorCtr="0">
            <a:noAutofit/>
          </a:bodyPr>
          <a:lstStyle/>
          <a:p>
            <a:pPr lvl="0" rtl="0">
              <a:spcBef>
                <a:spcPts val="0"/>
              </a:spcBef>
              <a:spcAft>
                <a:spcPts val="1600"/>
              </a:spcAft>
              <a:buClr>
                <a:schemeClr val="dk1"/>
              </a:buClr>
              <a:buSzPct val="78571"/>
              <a:buFont typeface="Arial"/>
              <a:buNone/>
            </a:pPr>
            <a:r>
              <a:rPr lang="en" sz="1400" b="1" dirty="0"/>
              <a:t>Informed improvements</a:t>
            </a:r>
          </a:p>
          <a:p>
            <a:pPr marL="457200" lvl="0" indent="-228600" rtl="0">
              <a:spcBef>
                <a:spcPts val="0"/>
              </a:spcBef>
              <a:spcAft>
                <a:spcPts val="1600"/>
              </a:spcAft>
              <a:buClr>
                <a:schemeClr val="lt1"/>
              </a:buClr>
            </a:pPr>
            <a:r>
              <a:rPr lang="en" sz="1400" b="1" dirty="0"/>
              <a:t>Think Aloud</a:t>
            </a:r>
            <a:r>
              <a:rPr lang="en" sz="1400" dirty="0"/>
              <a:t>	</a:t>
            </a:r>
          </a:p>
          <a:p>
            <a:pPr lvl="0" indent="457200" rtl="0">
              <a:spcBef>
                <a:spcPts val="0"/>
              </a:spcBef>
              <a:spcAft>
                <a:spcPts val="1600"/>
              </a:spcAft>
              <a:buNone/>
            </a:pPr>
            <a:r>
              <a:rPr lang="en" sz="1400" dirty="0"/>
              <a:t>The users were confused between typing and clicking buttons and also there were too many colors.  Some users recommended color code  matching for color of the food class.  One of the users also suggested a pictorial representation of the food class.  The system did not inform user of system status (eg. user did not know if input was saved)</a:t>
            </a:r>
          </a:p>
          <a:p>
            <a:pPr marL="457200" lvl="0" indent="-228600" rtl="0">
              <a:spcBef>
                <a:spcPts val="0"/>
              </a:spcBef>
              <a:spcAft>
                <a:spcPts val="1600"/>
              </a:spcAft>
              <a:buClr>
                <a:schemeClr val="lt1"/>
              </a:buClr>
            </a:pPr>
            <a:r>
              <a:rPr lang="en" sz="1400" b="1" dirty="0"/>
              <a:t>Cognitive Walkthrough </a:t>
            </a:r>
          </a:p>
          <a:p>
            <a:pPr lvl="0" indent="457200" rtl="0">
              <a:spcBef>
                <a:spcPts val="0"/>
              </a:spcBef>
              <a:spcAft>
                <a:spcPts val="1600"/>
              </a:spcAft>
              <a:buNone/>
            </a:pPr>
            <a:r>
              <a:rPr lang="en" sz="1400" dirty="0"/>
              <a:t>System generates multiple entries in the log when user consumes (multiple) serve of different food class on the same day. Thus data redundancy occurs in the first column (date) which reduces readability making the interface (log file display) ambiguous. Two experts pointed out that the picture being uploaded plays no role in the application and hence can be eliminated.</a:t>
            </a:r>
          </a:p>
          <a:p>
            <a:pPr lvl="0" rtl="0">
              <a:spcBef>
                <a:spcPts val="700"/>
              </a:spcBef>
              <a:buNone/>
            </a:pPr>
            <a:endParaRPr sz="1400" dirty="0"/>
          </a:p>
        </p:txBody>
      </p:sp>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8"/>
        <p:cNvGrpSpPr/>
        <p:nvPr/>
      </p:nvGrpSpPr>
      <p:grpSpPr>
        <a:xfrm>
          <a:off x="0" y="0"/>
          <a:ext cx="0" cy="0"/>
          <a:chOff x="0" y="0"/>
          <a:chExt cx="0" cy="0"/>
        </a:xfrm>
      </p:grpSpPr>
      <p:sp>
        <p:nvSpPr>
          <p:cNvPr id="479" name="Shape 479"/>
          <p:cNvSpPr/>
          <p:nvPr/>
        </p:nvSpPr>
        <p:spPr>
          <a:xfrm>
            <a:off x="0" y="0"/>
            <a:ext cx="9144000" cy="5169000"/>
          </a:xfrm>
          <a:prstGeom prst="rect">
            <a:avLst/>
          </a:prstGeom>
          <a:solidFill>
            <a:srgbClr val="FFFFFF">
              <a:alpha val="26540"/>
            </a:srgbClr>
          </a:solidFill>
          <a:ln>
            <a:noFill/>
          </a:ln>
        </p:spPr>
        <p:txBody>
          <a:bodyPr lIns="91425" tIns="91425" rIns="91425" bIns="91425" anchor="ctr" anchorCtr="0">
            <a:noAutofit/>
          </a:bodyPr>
          <a:lstStyle/>
          <a:p>
            <a:pPr>
              <a:spcBef>
                <a:spcPts val="0"/>
              </a:spcBef>
              <a:buNone/>
            </a:pPr>
            <a:endParaRPr/>
          </a:p>
        </p:txBody>
      </p:sp>
      <p:sp>
        <p:nvSpPr>
          <p:cNvPr id="480" name="Shape 480"/>
          <p:cNvSpPr txBox="1">
            <a:spLocks noGrp="1"/>
          </p:cNvSpPr>
          <p:nvPr>
            <p:ph type="ctrTitle" idx="4294967295"/>
          </p:nvPr>
        </p:nvSpPr>
        <p:spPr>
          <a:xfrm>
            <a:off x="685800" y="1583342"/>
            <a:ext cx="7772400" cy="1159799"/>
          </a:xfrm>
          <a:prstGeom prst="rect">
            <a:avLst/>
          </a:prstGeom>
          <a:noFill/>
          <a:ln>
            <a:noFill/>
          </a:ln>
        </p:spPr>
        <p:txBody>
          <a:bodyPr lIns="91425" tIns="91425" rIns="91425" bIns="91425" anchor="b" anchorCtr="0">
            <a:noAutofit/>
          </a:bodyPr>
          <a:lstStyle/>
          <a:p>
            <a:pPr lvl="0" rtl="0">
              <a:spcBef>
                <a:spcPts val="0"/>
              </a:spcBef>
              <a:buNone/>
            </a:pPr>
            <a:r>
              <a:rPr lang="en" sz="8800" dirty="0">
                <a:solidFill>
                  <a:srgbClr val="00B2FF"/>
                </a:solidFill>
              </a:rPr>
              <a:t>Thanks!</a:t>
            </a:r>
          </a:p>
        </p:txBody>
      </p:sp>
      <p:sp>
        <p:nvSpPr>
          <p:cNvPr id="481" name="Shape 481"/>
          <p:cNvSpPr txBox="1">
            <a:spLocks noGrp="1"/>
          </p:cNvSpPr>
          <p:nvPr>
            <p:ph type="subTitle" idx="4294967295"/>
          </p:nvPr>
        </p:nvSpPr>
        <p:spPr>
          <a:xfrm>
            <a:off x="876825" y="2688925"/>
            <a:ext cx="4334100" cy="2444699"/>
          </a:xfrm>
          <a:prstGeom prst="rect">
            <a:avLst/>
          </a:prstGeom>
          <a:solidFill>
            <a:srgbClr val="00B2FF">
              <a:alpha val="73330"/>
            </a:srgbClr>
          </a:solidFill>
          <a:ln>
            <a:noFill/>
          </a:ln>
        </p:spPr>
        <p:txBody>
          <a:bodyPr lIns="91425" tIns="91425" rIns="91425" bIns="91425" anchor="t" anchorCtr="0">
            <a:noAutofit/>
          </a:bodyPr>
          <a:lstStyle/>
          <a:p>
            <a:pPr rtl="0">
              <a:spcBef>
                <a:spcPts val="0"/>
              </a:spcBef>
              <a:buNone/>
            </a:pPr>
            <a:r>
              <a:rPr lang="en" dirty="0">
                <a:solidFill>
                  <a:srgbClr val="FFFFFF"/>
                </a:solidFill>
                <a:latin typeface="Muli"/>
                <a:ea typeface="Muli"/>
                <a:cs typeface="Muli"/>
                <a:sym typeface="Muli"/>
              </a:rPr>
              <a:t>GROUP 3</a:t>
            </a:r>
          </a:p>
          <a:p>
            <a:pPr rtl="0">
              <a:spcBef>
                <a:spcPts val="0"/>
              </a:spcBef>
              <a:buNone/>
            </a:pPr>
            <a:endParaRPr dirty="0">
              <a:solidFill>
                <a:srgbClr val="FFFFFF"/>
              </a:solidFill>
              <a:latin typeface="Muli"/>
              <a:ea typeface="Muli"/>
              <a:cs typeface="Muli"/>
              <a:sym typeface="Muli"/>
            </a:endParaRP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SOMESHA SRIDHARA</a:t>
            </a: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SHILPA SHETTY</a:t>
            </a: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ARUN PRASAD</a:t>
            </a: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ANUJ CHOPRA</a:t>
            </a: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OSHIN DSOUZA</a:t>
            </a:r>
          </a:p>
          <a:p>
            <a:pPr marL="457200" lvl="0" indent="-228600" rtl="0">
              <a:spcBef>
                <a:spcPts val="0"/>
              </a:spcBef>
              <a:buClr>
                <a:srgbClr val="FFFFFF"/>
              </a:buClr>
              <a:buFont typeface="Muli"/>
              <a:buChar char="➔"/>
            </a:pPr>
            <a:r>
              <a:rPr lang="en" sz="1600" dirty="0">
                <a:solidFill>
                  <a:srgbClr val="FFFFFF"/>
                </a:solidFill>
                <a:latin typeface="Muli"/>
                <a:ea typeface="Muli"/>
                <a:cs typeface="Muli"/>
                <a:sym typeface="Muli"/>
              </a:rPr>
              <a:t>DANIEL CHAN BOON</a:t>
            </a:r>
            <a:r>
              <a:rPr lang="en" dirty="0">
                <a:solidFill>
                  <a:srgbClr val="FFFFFF"/>
                </a:solidFill>
                <a:latin typeface="Muli"/>
                <a:ea typeface="Muli"/>
                <a:cs typeface="Muli"/>
                <a:sym typeface="Muli"/>
              </a:rPr>
              <a:t/>
            </a:r>
            <a:br>
              <a:rPr lang="en" dirty="0">
                <a:solidFill>
                  <a:srgbClr val="FFFFFF"/>
                </a:solidFill>
                <a:latin typeface="Muli"/>
                <a:ea typeface="Muli"/>
                <a:cs typeface="Muli"/>
                <a:sym typeface="Muli"/>
              </a:rPr>
            </a:br>
            <a:r>
              <a:rPr lang="en" dirty="0">
                <a:solidFill>
                  <a:srgbClr val="FFFFFF"/>
                </a:solidFill>
                <a:latin typeface="Muli"/>
                <a:ea typeface="Muli"/>
                <a:cs typeface="Muli"/>
                <a:sym typeface="Muli"/>
              </a:rPr>
              <a:t/>
            </a:r>
            <a:br>
              <a:rPr lang="en" dirty="0">
                <a:solidFill>
                  <a:srgbClr val="FFFFFF"/>
                </a:solidFill>
                <a:latin typeface="Muli"/>
                <a:ea typeface="Muli"/>
                <a:cs typeface="Muli"/>
                <a:sym typeface="Muli"/>
              </a:rPr>
            </a:br>
            <a:r>
              <a:rPr lang="en" dirty="0">
                <a:solidFill>
                  <a:srgbClr val="FFFFFF"/>
                </a:solidFill>
                <a:latin typeface="Muli"/>
                <a:ea typeface="Muli"/>
                <a:cs typeface="Muli"/>
                <a:sym typeface="Muli"/>
              </a:rPr>
              <a:t/>
            </a:r>
            <a:br>
              <a:rPr lang="en" dirty="0">
                <a:solidFill>
                  <a:srgbClr val="FFFFFF"/>
                </a:solidFill>
                <a:latin typeface="Muli"/>
                <a:ea typeface="Muli"/>
                <a:cs typeface="Muli"/>
                <a:sym typeface="Muli"/>
              </a:rPr>
            </a:br>
            <a:endParaRPr lang="en" dirty="0">
              <a:solidFill>
                <a:srgbClr val="FFFFFF"/>
              </a:solidFill>
              <a:latin typeface="Muli"/>
              <a:ea typeface="Muli"/>
              <a:cs typeface="Muli"/>
              <a:sym typeface="Muli"/>
            </a:endParaRPr>
          </a:p>
        </p:txBody>
      </p:sp>
    </p:spTree>
  </p:cSld>
  <p:clrMapOvr>
    <a:masterClrMapping/>
  </p:clrMapOvr>
  <p:transition spd="slow">
    <p:cut/>
  </p:transition>
</p:sld>
</file>

<file path=ppt/theme/theme1.xml><?xml version="1.0" encoding="utf-8"?>
<a:theme xmlns:a="http://schemas.openxmlformats.org/drawingml/2006/main" name="Banqu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3622</Words>
  <Application>Microsoft Office PowerPoint</Application>
  <PresentationFormat>On-screen Show (16:9)</PresentationFormat>
  <Paragraphs>539</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Proxima Nova</vt:lpstr>
      <vt:lpstr>Georgia</vt:lpstr>
      <vt:lpstr>Muli</vt:lpstr>
      <vt:lpstr>Arial</vt:lpstr>
      <vt:lpstr>Banquo template</vt:lpstr>
      <vt:lpstr> USABILITY EVALUATION OF FOOD LOGGING  REPORT</vt:lpstr>
      <vt:lpstr>CONTENTS</vt:lpstr>
      <vt:lpstr>Initial Food Logging</vt:lpstr>
      <vt:lpstr>INITIAL FOOD LOGGING - HIGHLIGHTS</vt:lpstr>
      <vt:lpstr>INITIAL FOOD LOGGING - CONCLUSION</vt:lpstr>
      <vt:lpstr>INITIAL FOOD LOGGING - LESSONS</vt:lpstr>
      <vt:lpstr>Design - UI</vt:lpstr>
      <vt:lpstr>DESIGN - UI</vt:lpstr>
      <vt:lpstr>DESIGN RATIONALE - PROCESS/INFLUENCES</vt:lpstr>
      <vt:lpstr>DESIGN RATIONALE - PROCESS/INFLUENCES </vt:lpstr>
      <vt:lpstr>DESIGN RATIONALE - PROCESSES/INFLUENCES</vt:lpstr>
      <vt:lpstr>DESIGN RATIONALE - PROCESSES/INFLUENCES</vt:lpstr>
      <vt:lpstr>DESIGN RATIONALE - KEY FEATURES</vt:lpstr>
      <vt:lpstr>Tasks</vt:lpstr>
      <vt:lpstr>TASKS</vt:lpstr>
      <vt:lpstr>Think Alouds</vt:lpstr>
      <vt:lpstr>THINK ALOUD METHOD (5 USERS)</vt:lpstr>
      <vt:lpstr>PowerPoint Presentation</vt:lpstr>
      <vt:lpstr>THINK ALOUD METHOD - User 1 (M,W,33,H)</vt:lpstr>
      <vt:lpstr>THINK ALOUD METHOD - User 2 (M,W,30,H)</vt:lpstr>
      <vt:lpstr>THINK ALOUD METHOD - User 3 (F,W,30,M)</vt:lpstr>
      <vt:lpstr>THINK ALOUD METHOD - User 4 (M,S,18,H)</vt:lpstr>
      <vt:lpstr>THINK ALOUD METHOD - User 5 (M,W,33,H)</vt:lpstr>
      <vt:lpstr>SUMMARY OF KEY PROBLEMS</vt:lpstr>
      <vt:lpstr>CRITIQUE</vt:lpstr>
      <vt:lpstr>SUS Results</vt:lpstr>
      <vt:lpstr>SUS Results</vt:lpstr>
      <vt:lpstr>AttrakDiff Results</vt:lpstr>
      <vt:lpstr>Cognitive Walkthrough</vt:lpstr>
      <vt:lpstr>COGNITIVE WALKTHROUGH - TASK 1</vt:lpstr>
      <vt:lpstr>Cognitive Walkthrough - Task 1</vt:lpstr>
      <vt:lpstr>COGNITIVE WALKTHROUGH - TASK 2</vt:lpstr>
      <vt:lpstr>Cognitive Walkthrough - Task 2</vt:lpstr>
      <vt:lpstr>COGNITIVE WALKTHROUGH - TASK 3</vt:lpstr>
      <vt:lpstr>Cognitive Walkthrough - Task 3</vt:lpstr>
      <vt:lpstr>COGNITIVE WALKTHROUGH - PROBLEMS</vt:lpstr>
      <vt:lpstr>COGNITIVE WALKTHROUGH - CRITIQUE</vt:lpstr>
      <vt:lpstr>Appendix 1</vt:lpstr>
      <vt:lpstr>APPENDIX 1 - FOOD LOGS</vt:lpstr>
      <vt:lpstr>APPENDIX 1 - FOOD LOGS</vt:lpstr>
      <vt:lpstr>APPENDIX 1 - FOOD LOGS</vt:lpstr>
      <vt:lpstr>APPENDIX 1 - FOOD LOGS</vt:lpstr>
      <vt:lpstr>APPENDIX 1 - FOOD LOGS</vt:lpstr>
      <vt:lpstr>APPENDIX 1 - FOOD LOGS</vt:lpstr>
      <vt:lpstr>APPENDIX 1 - FOOD LOGS</vt:lpstr>
      <vt:lpstr>APPENDIX 1 - FOOD LOGS</vt:lpstr>
      <vt:lpstr>APPENDIX 1 - FOOD LOGS</vt:lpstr>
      <vt:lpstr>APPENDIX 1 - FOOD LOGS</vt:lpstr>
      <vt:lpstr>APPENDIX 1 - FOOD LOGS</vt:lpstr>
      <vt:lpstr>APPENDIX 1 - FOOD LOGS</vt:lpstr>
      <vt:lpstr>Appendix 2</vt:lpstr>
      <vt:lpstr>APPENDIX 2 - PROTOTYPE EVOLUTION</vt:lpstr>
      <vt:lpstr>APPENDIX 2 - PROTOTYPE EVOLUTION</vt:lpstr>
      <vt:lpstr>APPENDIX 2 - PROTOTYPE EVOLUTION</vt:lpstr>
      <vt:lpstr>APPENDIX 2 - PROTOTYPE EVOLUTION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 EVALUATION OF FOOD LOGGING  REPORT</dc:title>
  <dc:creator>Oshin Dsouza</dc:creator>
  <cp:lastModifiedBy>Arun Prasad</cp:lastModifiedBy>
  <cp:revision>7</cp:revision>
  <dcterms:modified xsi:type="dcterms:W3CDTF">2015-10-20T03:29:00Z</dcterms:modified>
</cp:coreProperties>
</file>